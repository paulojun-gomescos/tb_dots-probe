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4"/>
    <p:sldMasterId id="2147483684" r:id="rId5"/>
  </p:sldMasterIdLst>
  <p:notesMasterIdLst>
    <p:notesMasterId r:id="rId24"/>
  </p:notesMasterIdLst>
  <p:handoutMasterIdLst>
    <p:handoutMasterId r:id="rId25"/>
  </p:handoutMasterIdLst>
  <p:sldIdLst>
    <p:sldId id="1462" r:id="rId6"/>
    <p:sldId id="1445" r:id="rId7"/>
    <p:sldId id="1454" r:id="rId8"/>
    <p:sldId id="1455" r:id="rId9"/>
    <p:sldId id="1446" r:id="rId10"/>
    <p:sldId id="1447" r:id="rId11"/>
    <p:sldId id="1467" r:id="rId12"/>
    <p:sldId id="1448" r:id="rId13"/>
    <p:sldId id="1451" r:id="rId14"/>
    <p:sldId id="1452" r:id="rId15"/>
    <p:sldId id="1475" r:id="rId16"/>
    <p:sldId id="1456" r:id="rId17"/>
    <p:sldId id="1457" r:id="rId18"/>
    <p:sldId id="1459" r:id="rId19"/>
    <p:sldId id="1461" r:id="rId20"/>
    <p:sldId id="1466" r:id="rId21"/>
    <p:sldId id="1468" r:id="rId22"/>
    <p:sldId id="1469" r:id="rId23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99F8"/>
    <a:srgbClr val="C1E5F5"/>
    <a:srgbClr val="2D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DC1E5-747C-DC42-BA02-6D48649877CD}" v="497" dt="2026-08-24T06:35:35.646"/>
    <p1510:client id="{9B110AF7-4953-44DD-BF4C-792558DFF717}" v="23" dt="2026-08-24T07:59:56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652" autoAdjust="0"/>
  </p:normalViewPr>
  <p:slideViewPr>
    <p:cSldViewPr snapToGrid="0">
      <p:cViewPr varScale="1">
        <p:scale>
          <a:sx n="65" d="100"/>
          <a:sy n="65" d="100"/>
        </p:scale>
        <p:origin x="1107" y="39"/>
      </p:cViewPr>
      <p:guideLst/>
    </p:cSldViewPr>
  </p:slideViewPr>
  <p:notesTextViewPr>
    <p:cViewPr>
      <p:scale>
        <a:sx n="176" d="100"/>
        <a:sy n="17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mes Costa Paulo Junior" userId="08d5901d-97a8-46b7-831e-5d9f01051a4a" providerId="ADAL" clId="{72D13768-512F-3E26-A1AE-E2C456A7CFC7}"/>
    <pc:docChg chg="undo custSel modSld">
      <pc:chgData name="Gomes Costa Paulo Junior" userId="08d5901d-97a8-46b7-831e-5d9f01051a4a" providerId="ADAL" clId="{72D13768-512F-3E26-A1AE-E2C456A7CFC7}" dt="2026-08-24T06:35:35.646" v="1852" actId="20577"/>
      <pc:docMkLst>
        <pc:docMk/>
      </pc:docMkLst>
      <pc:sldChg chg="modNotesTx">
        <pc:chgData name="Gomes Costa Paulo Junior" userId="08d5901d-97a8-46b7-831e-5d9f01051a4a" providerId="ADAL" clId="{72D13768-512F-3E26-A1AE-E2C456A7CFC7}" dt="2026-08-21T13:36:22.076" v="1292" actId="20577"/>
        <pc:sldMkLst>
          <pc:docMk/>
          <pc:sldMk cId="3528484949" sldId="1445"/>
        </pc:sldMkLst>
      </pc:sldChg>
      <pc:sldChg chg="modNotesTx">
        <pc:chgData name="Gomes Costa Paulo Junior" userId="08d5901d-97a8-46b7-831e-5d9f01051a4a" providerId="ADAL" clId="{72D13768-512F-3E26-A1AE-E2C456A7CFC7}" dt="2026-08-24T06:33:56.217" v="1443" actId="20577"/>
        <pc:sldMkLst>
          <pc:docMk/>
          <pc:sldMk cId="77139262" sldId="1452"/>
        </pc:sldMkLst>
      </pc:sldChg>
      <pc:sldChg chg="modNotesTx">
        <pc:chgData name="Gomes Costa Paulo Junior" userId="08d5901d-97a8-46b7-831e-5d9f01051a4a" providerId="ADAL" clId="{72D13768-512F-3E26-A1AE-E2C456A7CFC7}" dt="2026-08-21T22:24:37.375" v="1355" actId="20577"/>
        <pc:sldMkLst>
          <pc:docMk/>
          <pc:sldMk cId="3239700206" sldId="1457"/>
        </pc:sldMkLst>
      </pc:sldChg>
      <pc:sldChg chg="modNotesTx">
        <pc:chgData name="Gomes Costa Paulo Junior" userId="08d5901d-97a8-46b7-831e-5d9f01051a4a" providerId="ADAL" clId="{72D13768-512F-3E26-A1AE-E2C456A7CFC7}" dt="2026-08-24T06:35:35.646" v="1852" actId="20577"/>
        <pc:sldMkLst>
          <pc:docMk/>
          <pc:sldMk cId="409227168" sldId="1459"/>
        </pc:sldMkLst>
      </pc:sldChg>
      <pc:sldChg chg="modNotesTx">
        <pc:chgData name="Gomes Costa Paulo Junior" userId="08d5901d-97a8-46b7-831e-5d9f01051a4a" providerId="ADAL" clId="{72D13768-512F-3E26-A1AE-E2C456A7CFC7}" dt="2026-08-21T13:02:51.024" v="24" actId="20577"/>
        <pc:sldMkLst>
          <pc:docMk/>
          <pc:sldMk cId="2549882964" sldId="1461"/>
        </pc:sldMkLst>
      </pc:sldChg>
      <pc:sldChg chg="modNotesTx">
        <pc:chgData name="Gomes Costa Paulo Junior" userId="08d5901d-97a8-46b7-831e-5d9f01051a4a" providerId="ADAL" clId="{72D13768-512F-3E26-A1AE-E2C456A7CFC7}" dt="2026-08-21T13:29:53.528" v="279" actId="20577"/>
        <pc:sldMkLst>
          <pc:docMk/>
          <pc:sldMk cId="2613504302" sldId="1462"/>
        </pc:sldMkLst>
      </pc:sldChg>
      <pc:sldChg chg="modNotesTx">
        <pc:chgData name="Gomes Costa Paulo Junior" userId="08d5901d-97a8-46b7-831e-5d9f01051a4a" providerId="ADAL" clId="{72D13768-512F-3E26-A1AE-E2C456A7CFC7}" dt="2026-08-24T06:34:11.859" v="1445" actId="20577"/>
        <pc:sldMkLst>
          <pc:docMk/>
          <pc:sldMk cId="3888386415" sldId="1475"/>
        </pc:sldMkLst>
      </pc:sldChg>
    </pc:docChg>
  </pc:docChgLst>
  <pc:docChgLst>
    <pc:chgData name="Gomes Costa Paulo Junior" userId="08d5901d-97a8-46b7-831e-5d9f01051a4a" providerId="ADAL" clId="{0819076C-7449-4D2E-A0D5-EECC8160407B}"/>
    <pc:docChg chg="custSel modSld">
      <pc:chgData name="Gomes Costa Paulo Junior" userId="08d5901d-97a8-46b7-831e-5d9f01051a4a" providerId="ADAL" clId="{0819076C-7449-4D2E-A0D5-EECC8160407B}" dt="2026-08-22T16:28:58.617" v="1080" actId="113"/>
      <pc:docMkLst>
        <pc:docMk/>
      </pc:docMkLst>
      <pc:sldChg chg="delSp mod">
        <pc:chgData name="Gomes Costa Paulo Junior" userId="08d5901d-97a8-46b7-831e-5d9f01051a4a" providerId="ADAL" clId="{0819076C-7449-4D2E-A0D5-EECC8160407B}" dt="2026-08-19T13:22:43.344" v="129" actId="478"/>
        <pc:sldMkLst>
          <pc:docMk/>
          <pc:sldMk cId="2647169173" sldId="1450"/>
        </pc:sldMkLst>
      </pc:sldChg>
      <pc:sldChg chg="modNotesTx">
        <pc:chgData name="Gomes Costa Paulo Junior" userId="08d5901d-97a8-46b7-831e-5d9f01051a4a" providerId="ADAL" clId="{0819076C-7449-4D2E-A0D5-EECC8160407B}" dt="2026-08-22T16:28:58.617" v="1080" actId="113"/>
        <pc:sldMkLst>
          <pc:docMk/>
          <pc:sldMk cId="2549203283" sldId="1454"/>
        </pc:sldMkLst>
      </pc:sldChg>
      <pc:sldChg chg="modSp mod modNotesTx">
        <pc:chgData name="Gomes Costa Paulo Junior" userId="08d5901d-97a8-46b7-831e-5d9f01051a4a" providerId="ADAL" clId="{0819076C-7449-4D2E-A0D5-EECC8160407B}" dt="2026-08-21T21:34:49.263" v="1077" actId="20577"/>
        <pc:sldMkLst>
          <pc:docMk/>
          <pc:sldMk cId="694962855" sldId="1456"/>
        </pc:sldMkLst>
        <pc:graphicFrameChg chg="mod modGraphic">
          <ac:chgData name="Gomes Costa Paulo Junior" userId="08d5901d-97a8-46b7-831e-5d9f01051a4a" providerId="ADAL" clId="{0819076C-7449-4D2E-A0D5-EECC8160407B}" dt="2026-08-21T21:23:14.412" v="855" actId="14734"/>
          <ac:graphicFrameMkLst>
            <pc:docMk/>
            <pc:sldMk cId="694962855" sldId="1456"/>
            <ac:graphicFrameMk id="11" creationId="{7A2E502B-C4EF-40A5-462E-56E02C58D7B7}"/>
          </ac:graphicFrameMkLst>
        </pc:graphicFrameChg>
      </pc:sldChg>
      <pc:sldChg chg="modNotesTx">
        <pc:chgData name="Gomes Costa Paulo Junior" userId="08d5901d-97a8-46b7-831e-5d9f01051a4a" providerId="ADAL" clId="{0819076C-7449-4D2E-A0D5-EECC8160407B}" dt="2026-08-21T21:02:18.687" v="683" actId="20577"/>
        <pc:sldMkLst>
          <pc:docMk/>
          <pc:sldMk cId="3239700206" sldId="1457"/>
        </pc:sldMkLst>
      </pc:sldChg>
      <pc:sldChg chg="modNotesTx">
        <pc:chgData name="Gomes Costa Paulo Junior" userId="08d5901d-97a8-46b7-831e-5d9f01051a4a" providerId="ADAL" clId="{0819076C-7449-4D2E-A0D5-EECC8160407B}" dt="2026-08-21T21:07:05.001" v="809" actId="20577"/>
        <pc:sldMkLst>
          <pc:docMk/>
          <pc:sldMk cId="409227168" sldId="1459"/>
        </pc:sldMkLst>
      </pc:sldChg>
      <pc:sldChg chg="modSp mod modNotesTx">
        <pc:chgData name="Gomes Costa Paulo Junior" userId="08d5901d-97a8-46b7-831e-5d9f01051a4a" providerId="ADAL" clId="{0819076C-7449-4D2E-A0D5-EECC8160407B}" dt="2026-08-21T21:12:15.489" v="834" actId="20577"/>
        <pc:sldMkLst>
          <pc:docMk/>
          <pc:sldMk cId="2549882964" sldId="1461"/>
        </pc:sldMkLst>
        <pc:spChg chg="mod">
          <ac:chgData name="Gomes Costa Paulo Junior" userId="08d5901d-97a8-46b7-831e-5d9f01051a4a" providerId="ADAL" clId="{0819076C-7449-4D2E-A0D5-EECC8160407B}" dt="2026-08-19T12:36:07.648" v="128" actId="20577"/>
          <ac:spMkLst>
            <pc:docMk/>
            <pc:sldMk cId="2549882964" sldId="1461"/>
            <ac:spMk id="3" creationId="{0AAEB302-EC95-774D-0167-5D9F31098300}"/>
          </ac:spMkLst>
        </pc:spChg>
      </pc:sldChg>
    </pc:docChg>
  </pc:docChgLst>
  <pc:docChgLst>
    <pc:chgData name="Gomes Costa Paulo Junior" userId="08d5901d-97a8-46b7-831e-5d9f01051a4a" providerId="ADAL" clId="{1543B54C-DB8D-41C6-911D-BD48CECDE33D}"/>
    <pc:docChg chg="undo redo custSel addSld delSld modSld sldOrd modMainMaster modNotesMaster modHandout">
      <pc:chgData name="Gomes Costa Paulo Junior" userId="08d5901d-97a8-46b7-831e-5d9f01051a4a" providerId="ADAL" clId="{1543B54C-DB8D-41C6-911D-BD48CECDE33D}" dt="2026-08-24T12:35:24.621" v="27369" actId="20577"/>
      <pc:docMkLst>
        <pc:docMk/>
      </pc:docMkLst>
      <pc:sldChg chg="modSp mod">
        <pc:chgData name="Gomes Costa Paulo Junior" userId="08d5901d-97a8-46b7-831e-5d9f01051a4a" providerId="ADAL" clId="{1543B54C-DB8D-41C6-911D-BD48CECDE33D}" dt="2026-08-19T06:34:02.856" v="1733"/>
        <pc:sldMkLst>
          <pc:docMk/>
          <pc:sldMk cId="0" sldId="256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56"/>
            <ac:spMk id="4" creationId="{BAF5710D-DDD1-A16E-0366-EA431A781C6F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0" sldId="267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67"/>
            <ac:spMk id="120" creationId="{00000000-0000-0000-0000-000000000000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0" sldId="269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69"/>
            <ac:spMk id="127" creationId="{00000000-0000-0000-0000-000000000000}"/>
          </ac:spMkLst>
        </pc:spChg>
      </pc:sldChg>
      <pc:sldChg chg="modSp mod">
        <pc:chgData name="Gomes Costa Paulo Junior" userId="08d5901d-97a8-46b7-831e-5d9f01051a4a" providerId="ADAL" clId="{1543B54C-DB8D-41C6-911D-BD48CECDE33D}" dt="2026-08-19T06:34:02.856" v="1733"/>
        <pc:sldMkLst>
          <pc:docMk/>
          <pc:sldMk cId="0" sldId="271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71"/>
            <ac:spMk id="2" creationId="{D712D35B-F9E0-13D9-CA20-BEA9A567FCC2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71"/>
            <ac:spMk id="135" creationId="{00000000-0000-0000-0000-000000000000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71"/>
            <ac:spMk id="136" creationId="{00000000-0000-0000-0000-000000000000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0" sldId="283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83"/>
            <ac:spMk id="181" creationId="{00000000-0000-0000-0000-000000000000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0" sldId="283"/>
            <ac:spMk id="182" creationId="{00000000-0000-0000-0000-000000000000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1106643324" sldId="286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1106643324" sldId="286"/>
            <ac:spMk id="160" creationId="{00000000-0000-0000-0000-000000000000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4102041657" sldId="287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4102041657" sldId="287"/>
            <ac:spMk id="160" creationId="{00000000-0000-0000-0000-000000000000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3622351773" sldId="288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3622351773" sldId="288"/>
            <ac:spMk id="127" creationId="{00000000-0000-0000-0000-000000000000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3622351773" sldId="288"/>
            <ac:spMk id="128" creationId="{00000000-0000-0000-0000-000000000000}"/>
          </ac:spMkLst>
        </pc:spChg>
      </pc:sldChg>
      <pc:sldChg chg="modSp ord">
        <pc:chgData name="Gomes Costa Paulo Junior" userId="08d5901d-97a8-46b7-831e-5d9f01051a4a" providerId="ADAL" clId="{1543B54C-DB8D-41C6-911D-BD48CECDE33D}" dt="2026-08-19T06:34:02.856" v="1733"/>
        <pc:sldMkLst>
          <pc:docMk/>
          <pc:sldMk cId="271896126" sldId="1441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271896126" sldId="1441"/>
            <ac:spMk id="4" creationId="{20E9BE69-5088-78E7-DD08-70CC2856B214}"/>
          </ac:spMkLst>
        </pc:spChg>
      </pc:sldChg>
      <pc:sldChg chg="modSp">
        <pc:chgData name="Gomes Costa Paulo Junior" userId="08d5901d-97a8-46b7-831e-5d9f01051a4a" providerId="ADAL" clId="{1543B54C-DB8D-41C6-911D-BD48CECDE33D}" dt="2026-08-19T06:34:02.856" v="1733"/>
        <pc:sldMkLst>
          <pc:docMk/>
          <pc:sldMk cId="2199116429" sldId="1442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2199116429" sldId="1442"/>
            <ac:spMk id="2" creationId="{07050C41-CD36-281E-AEB8-BECCE51B9E43}"/>
          </ac:spMkLst>
        </pc:spChg>
      </pc:sldChg>
      <pc:sldChg chg="addSp delSp modSp mod ord modShow">
        <pc:chgData name="Gomes Costa Paulo Junior" userId="08d5901d-97a8-46b7-831e-5d9f01051a4a" providerId="ADAL" clId="{1543B54C-DB8D-41C6-911D-BD48CECDE33D}" dt="2026-08-20T13:44:29.312" v="17130"/>
        <pc:sldMkLst>
          <pc:docMk/>
          <pc:sldMk cId="1512357128" sldId="1443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1512357128" sldId="1443"/>
            <ac:spMk id="2" creationId="{62206435-6E47-9675-DF12-275D614B9467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1512357128" sldId="1443"/>
            <ac:spMk id="3" creationId="{8915F6D9-15F4-9666-E94A-CD499775B204}"/>
          </ac:spMkLst>
        </pc:spChg>
      </pc:sldChg>
      <pc:sldChg chg="modSp mod modNotesTx">
        <pc:chgData name="Gomes Costa Paulo Junior" userId="08d5901d-97a8-46b7-831e-5d9f01051a4a" providerId="ADAL" clId="{1543B54C-DB8D-41C6-911D-BD48CECDE33D}" dt="2026-08-23T08:45:09.134" v="27185" actId="20577"/>
        <pc:sldMkLst>
          <pc:docMk/>
          <pc:sldMk cId="3528484949" sldId="1445"/>
        </pc:sldMkLst>
        <pc:spChg chg="mod">
          <ac:chgData name="Gomes Costa Paulo Junior" userId="08d5901d-97a8-46b7-831e-5d9f01051a4a" providerId="ADAL" clId="{1543B54C-DB8D-41C6-911D-BD48CECDE33D}" dt="2026-08-19T07:46:20.007" v="1743" actId="20577"/>
          <ac:spMkLst>
            <pc:docMk/>
            <pc:sldMk cId="3528484949" sldId="1445"/>
            <ac:spMk id="2" creationId="{FF815810-C140-33FC-57C3-6F0737A926F9}"/>
          </ac:spMkLst>
        </pc:spChg>
        <pc:spChg chg="mod">
          <ac:chgData name="Gomes Costa Paulo Junior" userId="08d5901d-97a8-46b7-831e-5d9f01051a4a" providerId="ADAL" clId="{1543B54C-DB8D-41C6-911D-BD48CECDE33D}" dt="2026-08-20T13:53:21.709" v="17371" actId="20577"/>
          <ac:spMkLst>
            <pc:docMk/>
            <pc:sldMk cId="3528484949" sldId="1445"/>
            <ac:spMk id="3" creationId="{C8864DDC-D461-B96B-21D1-32FA6999CE3C}"/>
          </ac:spMkLst>
        </pc:spChg>
      </pc:sldChg>
      <pc:sldChg chg="modSp mod modNotesTx">
        <pc:chgData name="Gomes Costa Paulo Junior" userId="08d5901d-97a8-46b7-831e-5d9f01051a4a" providerId="ADAL" clId="{1543B54C-DB8D-41C6-911D-BD48CECDE33D}" dt="2026-08-24T07:59:22.397" v="27361" actId="20577"/>
        <pc:sldMkLst>
          <pc:docMk/>
          <pc:sldMk cId="2753768076" sldId="1446"/>
        </pc:sldMkLst>
        <pc:spChg chg="mod">
          <ac:chgData name="Gomes Costa Paulo Junior" userId="08d5901d-97a8-46b7-831e-5d9f01051a4a" providerId="ADAL" clId="{1543B54C-DB8D-41C6-911D-BD48CECDE33D}" dt="2026-08-19T07:55:16.365" v="2061" actId="20577"/>
          <ac:spMkLst>
            <pc:docMk/>
            <pc:sldMk cId="2753768076" sldId="1446"/>
            <ac:spMk id="2" creationId="{2037FF1F-5A9B-B608-5BFA-E9A9DDF879C1}"/>
          </ac:spMkLst>
        </pc:spChg>
        <pc:spChg chg="mod">
          <ac:chgData name="Gomes Costa Paulo Junior" userId="08d5901d-97a8-46b7-831e-5d9f01051a4a" providerId="ADAL" clId="{1543B54C-DB8D-41C6-911D-BD48CECDE33D}" dt="2026-08-21T18:25:57.018" v="25421" actId="14100"/>
          <ac:spMkLst>
            <pc:docMk/>
            <pc:sldMk cId="2753768076" sldId="1446"/>
            <ac:spMk id="19" creationId="{12DDD339-4CA3-90FF-D3E9-D5B17FFADCC3}"/>
          </ac:spMkLst>
        </pc:spChg>
        <pc:spChg chg="mod">
          <ac:chgData name="Gomes Costa Paulo Junior" userId="08d5901d-97a8-46b7-831e-5d9f01051a4a" providerId="ADAL" clId="{1543B54C-DB8D-41C6-911D-BD48CECDE33D}" dt="2026-08-21T10:07:51.164" v="19811" actId="1076"/>
          <ac:spMkLst>
            <pc:docMk/>
            <pc:sldMk cId="2753768076" sldId="1446"/>
            <ac:spMk id="23" creationId="{38FC2B91-4B10-A067-A7DF-17F8AA007764}"/>
          </ac:spMkLst>
        </pc:spChg>
      </pc:sldChg>
      <pc:sldChg chg="modSp mod modNotesTx">
        <pc:chgData name="Gomes Costa Paulo Junior" userId="08d5901d-97a8-46b7-831e-5d9f01051a4a" providerId="ADAL" clId="{1543B54C-DB8D-41C6-911D-BD48CECDE33D}" dt="2026-08-23T11:15:47.690" v="27271" actId="20577"/>
        <pc:sldMkLst>
          <pc:docMk/>
          <pc:sldMk cId="1355933219" sldId="1447"/>
        </pc:sldMkLst>
        <pc:spChg chg="mod">
          <ac:chgData name="Gomes Costa Paulo Junior" userId="08d5901d-97a8-46b7-831e-5d9f01051a4a" providerId="ADAL" clId="{1543B54C-DB8D-41C6-911D-BD48CECDE33D}" dt="2026-08-19T07:55:09.967" v="2052" actId="20577"/>
          <ac:spMkLst>
            <pc:docMk/>
            <pc:sldMk cId="1355933219" sldId="1447"/>
            <ac:spMk id="2" creationId="{B70254A3-419A-02B8-B547-0D791B9221CD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1355933219" sldId="1447"/>
            <ac:spMk id="3" creationId="{F9E41BED-E6CF-2CE7-0B53-AEE24977999B}"/>
          </ac:spMkLst>
        </pc:spChg>
      </pc:sldChg>
      <pc:sldChg chg="modSp modTransition modNotesTx">
        <pc:chgData name="Gomes Costa Paulo Junior" userId="08d5901d-97a8-46b7-831e-5d9f01051a4a" providerId="ADAL" clId="{1543B54C-DB8D-41C6-911D-BD48CECDE33D}" dt="2026-08-21T11:47:52.818" v="20680" actId="20577"/>
        <pc:sldMkLst>
          <pc:docMk/>
          <pc:sldMk cId="2595315058" sldId="1448"/>
        </pc:sldMkLst>
        <pc:spChg chg="mod">
          <ac:chgData name="Gomes Costa Paulo Junior" userId="08d5901d-97a8-46b7-831e-5d9f01051a4a" providerId="ADAL" clId="{1543B54C-DB8D-41C6-911D-BD48CECDE33D}" dt="2026-08-20T13:52:52.933" v="17341"/>
          <ac:spMkLst>
            <pc:docMk/>
            <pc:sldMk cId="2595315058" sldId="1448"/>
            <ac:spMk id="2" creationId="{9CDA49D2-6244-AE59-C2B9-28FB6AA885C6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2595315058" sldId="1448"/>
            <ac:spMk id="3" creationId="{57C6FE24-FD79-1FE3-CF1E-BC10C210FF57}"/>
          </ac:spMkLst>
        </pc:spChg>
      </pc:sldChg>
      <pc:sldChg chg="addSp delSp modSp mod ord">
        <pc:chgData name="Gomes Costa Paulo Junior" userId="08d5901d-97a8-46b7-831e-5d9f01051a4a" providerId="ADAL" clId="{1543B54C-DB8D-41C6-911D-BD48CECDE33D}" dt="2026-08-20T15:59:26.226" v="17440" actId="207"/>
        <pc:sldMkLst>
          <pc:docMk/>
          <pc:sldMk cId="2647169173" sldId="1450"/>
        </pc:sldMkLst>
        <pc:spChg chg="mod">
          <ac:chgData name="Gomes Costa Paulo Junior" userId="08d5901d-97a8-46b7-831e-5d9f01051a4a" providerId="ADAL" clId="{1543B54C-DB8D-41C6-911D-BD48CECDE33D}" dt="2026-08-20T13:53:29.297" v="17372"/>
          <ac:spMkLst>
            <pc:docMk/>
            <pc:sldMk cId="2647169173" sldId="1450"/>
            <ac:spMk id="2" creationId="{12AC811F-7883-9BD6-63F2-45A31B1EEE12}"/>
          </ac:spMkLst>
        </pc:spChg>
        <pc:spChg chg="mod">
          <ac:chgData name="Gomes Costa Paulo Junior" userId="08d5901d-97a8-46b7-831e-5d9f01051a4a" providerId="ADAL" clId="{1543B54C-DB8D-41C6-911D-BD48CECDE33D}" dt="2026-08-20T15:59:26.226" v="17440" actId="207"/>
          <ac:spMkLst>
            <pc:docMk/>
            <pc:sldMk cId="2647169173" sldId="1450"/>
            <ac:spMk id="4" creationId="{10367947-4121-59F0-CC80-ADFE3A71730D}"/>
          </ac:spMkLst>
        </pc:spChg>
        <pc:spChg chg="mod">
          <ac:chgData name="Gomes Costa Paulo Junior" userId="08d5901d-97a8-46b7-831e-5d9f01051a4a" providerId="ADAL" clId="{1543B54C-DB8D-41C6-911D-BD48CECDE33D}" dt="2026-08-20T06:03:49.889" v="3215" actId="14100"/>
          <ac:spMkLst>
            <pc:docMk/>
            <pc:sldMk cId="2647169173" sldId="1450"/>
            <ac:spMk id="5" creationId="{5FFA7B0F-EDE9-EF65-DDE6-097AC8374553}"/>
          </ac:spMkLst>
        </pc:spChg>
      </pc:sldChg>
      <pc:sldChg chg="modSp mod modTransition modNotesTx">
        <pc:chgData name="Gomes Costa Paulo Junior" userId="08d5901d-97a8-46b7-831e-5d9f01051a4a" providerId="ADAL" clId="{1543B54C-DB8D-41C6-911D-BD48CECDE33D}" dt="2026-08-21T11:51:38.188" v="20939" actId="20577"/>
        <pc:sldMkLst>
          <pc:docMk/>
          <pc:sldMk cId="2076770668" sldId="1451"/>
        </pc:sldMkLst>
        <pc:spChg chg="mod">
          <ac:chgData name="Gomes Costa Paulo Junior" userId="08d5901d-97a8-46b7-831e-5d9f01051a4a" providerId="ADAL" clId="{1543B54C-DB8D-41C6-911D-BD48CECDE33D}" dt="2026-08-20T13:52:40.360" v="17338" actId="20577"/>
          <ac:spMkLst>
            <pc:docMk/>
            <pc:sldMk cId="2076770668" sldId="1451"/>
            <ac:spMk id="2" creationId="{FBD2E6A2-7175-799B-D254-D1AB914FF4A3}"/>
          </ac:spMkLst>
        </pc:spChg>
        <pc:graphicFrameChg chg="mod modGraphic">
          <ac:chgData name="Gomes Costa Paulo Junior" userId="08d5901d-97a8-46b7-831e-5d9f01051a4a" providerId="ADAL" clId="{1543B54C-DB8D-41C6-911D-BD48CECDE33D}" dt="2026-08-20T13:47:28.254" v="17143" actId="207"/>
          <ac:graphicFrameMkLst>
            <pc:docMk/>
            <pc:sldMk cId="2076770668" sldId="1451"/>
            <ac:graphicFrameMk id="6" creationId="{BAE28213-1761-CA6F-8DF8-B0B3AA0A83BA}"/>
          </ac:graphicFrameMkLst>
        </pc:graphicFrameChg>
        <pc:picChg chg="mod ord">
          <ac:chgData name="Gomes Costa Paulo Junior" userId="08d5901d-97a8-46b7-831e-5d9f01051a4a" providerId="ADAL" clId="{1543B54C-DB8D-41C6-911D-BD48CECDE33D}" dt="2026-08-19T08:14:19.795" v="2493" actId="167"/>
          <ac:picMkLst>
            <pc:docMk/>
            <pc:sldMk cId="2076770668" sldId="1451"/>
            <ac:picMk id="14" creationId="{B2BFF4B6-386C-7E24-DA82-00655CF254D2}"/>
          </ac:picMkLst>
        </pc:picChg>
      </pc:sldChg>
      <pc:sldChg chg="modSp mod modNotesTx">
        <pc:chgData name="Gomes Costa Paulo Junior" userId="08d5901d-97a8-46b7-831e-5d9f01051a4a" providerId="ADAL" clId="{1543B54C-DB8D-41C6-911D-BD48CECDE33D}" dt="2026-08-21T21:59:15.204" v="25503" actId="6549"/>
        <pc:sldMkLst>
          <pc:docMk/>
          <pc:sldMk cId="77139262" sldId="1452"/>
        </pc:sldMkLst>
        <pc:spChg chg="mod">
          <ac:chgData name="Gomes Costa Paulo Junior" userId="08d5901d-97a8-46b7-831e-5d9f01051a4a" providerId="ADAL" clId="{1543B54C-DB8D-41C6-911D-BD48CECDE33D}" dt="2026-08-20T13:52:47.428" v="17340" actId="20577"/>
          <ac:spMkLst>
            <pc:docMk/>
            <pc:sldMk cId="77139262" sldId="1452"/>
            <ac:spMk id="2" creationId="{0D3D599B-555F-5F3D-AFBA-D6114CB2F33C}"/>
          </ac:spMkLst>
        </pc:spChg>
        <pc:graphicFrameChg chg="mod modGraphic">
          <ac:chgData name="Gomes Costa Paulo Junior" userId="08d5901d-97a8-46b7-831e-5d9f01051a4a" providerId="ADAL" clId="{1543B54C-DB8D-41C6-911D-BD48CECDE33D}" dt="2026-08-20T13:47:34.943" v="17144" actId="207"/>
          <ac:graphicFrameMkLst>
            <pc:docMk/>
            <pc:sldMk cId="77139262" sldId="1452"/>
            <ac:graphicFrameMk id="3" creationId="{A4BA3A43-1544-ED10-9094-0216D9C4E423}"/>
          </ac:graphicFrameMkLst>
        </pc:graphicFrameChg>
        <pc:picChg chg="mod">
          <ac:chgData name="Gomes Costa Paulo Junior" userId="08d5901d-97a8-46b7-831e-5d9f01051a4a" providerId="ADAL" clId="{1543B54C-DB8D-41C6-911D-BD48CECDE33D}" dt="2026-08-19T08:11:49.068" v="2475" actId="1076"/>
          <ac:picMkLst>
            <pc:docMk/>
            <pc:sldMk cId="77139262" sldId="1452"/>
            <ac:picMk id="5" creationId="{3FC5CED5-DA1B-43E3-34C2-2D9B92046E47}"/>
          </ac:picMkLst>
        </pc:picChg>
      </pc:sldChg>
      <pc:sldChg chg="addSp delSp modSp add mod modNotesTx">
        <pc:chgData name="Gomes Costa Paulo Junior" userId="08d5901d-97a8-46b7-831e-5d9f01051a4a" providerId="ADAL" clId="{1543B54C-DB8D-41C6-911D-BD48CECDE33D}" dt="2026-08-24T07:58:47.471" v="27354" actId="6549"/>
        <pc:sldMkLst>
          <pc:docMk/>
          <pc:sldMk cId="2549203283" sldId="1454"/>
        </pc:sldMkLst>
        <pc:spChg chg="mod">
          <ac:chgData name="Gomes Costa Paulo Junior" userId="08d5901d-97a8-46b7-831e-5d9f01051a4a" providerId="ADAL" clId="{1543B54C-DB8D-41C6-911D-BD48CECDE33D}" dt="2026-08-19T07:46:31.154" v="1747" actId="20577"/>
          <ac:spMkLst>
            <pc:docMk/>
            <pc:sldMk cId="2549203283" sldId="1454"/>
            <ac:spMk id="2" creationId="{131DE334-E17C-400B-0AD1-AC0288BD6CE7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2549203283" sldId="1454"/>
            <ac:spMk id="3" creationId="{5B2C2BC6-B0BE-9AC0-21B7-644B824B03C8}"/>
          </ac:spMkLst>
        </pc:spChg>
        <pc:spChg chg="add mod">
          <ac:chgData name="Gomes Costa Paulo Junior" userId="08d5901d-97a8-46b7-831e-5d9f01051a4a" providerId="ADAL" clId="{1543B54C-DB8D-41C6-911D-BD48CECDE33D}" dt="2026-08-20T06:52:35.598" v="3382" actId="20577"/>
          <ac:spMkLst>
            <pc:docMk/>
            <pc:sldMk cId="2549203283" sldId="1454"/>
            <ac:spMk id="14" creationId="{2C021296-74E3-7DC1-C081-1E5D50A28F86}"/>
          </ac:spMkLst>
        </pc:spChg>
        <pc:spChg chg="add mod">
          <ac:chgData name="Gomes Costa Paulo Junior" userId="08d5901d-97a8-46b7-831e-5d9f01051a4a" providerId="ADAL" clId="{1543B54C-DB8D-41C6-911D-BD48CECDE33D}" dt="2026-08-19T06:04:46.705" v="1722" actId="1076"/>
          <ac:spMkLst>
            <pc:docMk/>
            <pc:sldMk cId="2549203283" sldId="1454"/>
            <ac:spMk id="18" creationId="{E8A2D344-C22F-687E-E58B-4EE17E341EC8}"/>
          </ac:spMkLst>
        </pc:spChg>
        <pc:spChg chg="add mod">
          <ac:chgData name="Gomes Costa Paulo Junior" userId="08d5901d-97a8-46b7-831e-5d9f01051a4a" providerId="ADAL" clId="{1543B54C-DB8D-41C6-911D-BD48CECDE33D}" dt="2026-08-19T06:04:46.705" v="1722" actId="1076"/>
          <ac:spMkLst>
            <pc:docMk/>
            <pc:sldMk cId="2549203283" sldId="1454"/>
            <ac:spMk id="20" creationId="{E07B26E0-6B1F-59E0-6789-06DB162C5A1D}"/>
          </ac:spMkLst>
        </pc:spChg>
        <pc:spChg chg="add mod">
          <ac:chgData name="Gomes Costa Paulo Junior" userId="08d5901d-97a8-46b7-831e-5d9f01051a4a" providerId="ADAL" clId="{1543B54C-DB8D-41C6-911D-BD48CECDE33D}" dt="2026-08-19T06:04:46.705" v="1722" actId="1076"/>
          <ac:spMkLst>
            <pc:docMk/>
            <pc:sldMk cId="2549203283" sldId="1454"/>
            <ac:spMk id="22" creationId="{7B3EB373-279A-44BE-1C83-75D46E03BF94}"/>
          </ac:spMkLst>
        </pc:spChg>
        <pc:picChg chg="add mod">
          <ac:chgData name="Gomes Costa Paulo Junior" userId="08d5901d-97a8-46b7-831e-5d9f01051a4a" providerId="ADAL" clId="{1543B54C-DB8D-41C6-911D-BD48CECDE33D}" dt="2026-08-19T06:04:46.705" v="1722" actId="1076"/>
          <ac:picMkLst>
            <pc:docMk/>
            <pc:sldMk cId="2549203283" sldId="1454"/>
            <ac:picMk id="9" creationId="{38BFC5BD-AA36-1A1A-29E7-8C8B329A1DD0}"/>
          </ac:picMkLst>
        </pc:picChg>
        <pc:picChg chg="add mod">
          <ac:chgData name="Gomes Costa Paulo Junior" userId="08d5901d-97a8-46b7-831e-5d9f01051a4a" providerId="ADAL" clId="{1543B54C-DB8D-41C6-911D-BD48CECDE33D}" dt="2026-08-19T06:04:46.705" v="1722" actId="1076"/>
          <ac:picMkLst>
            <pc:docMk/>
            <pc:sldMk cId="2549203283" sldId="1454"/>
            <ac:picMk id="11" creationId="{743358F3-51ED-BF1B-7795-54F59D01D9CD}"/>
          </ac:picMkLst>
        </pc:picChg>
        <pc:picChg chg="add mod">
          <ac:chgData name="Gomes Costa Paulo Junior" userId="08d5901d-97a8-46b7-831e-5d9f01051a4a" providerId="ADAL" clId="{1543B54C-DB8D-41C6-911D-BD48CECDE33D}" dt="2026-08-19T06:04:46.705" v="1722" actId="1076"/>
          <ac:picMkLst>
            <pc:docMk/>
            <pc:sldMk cId="2549203283" sldId="1454"/>
            <ac:picMk id="12" creationId="{449BF747-D460-7A5E-2EAF-205EAD01DA37}"/>
          </ac:picMkLst>
        </pc:picChg>
        <pc:picChg chg="add mod">
          <ac:chgData name="Gomes Costa Paulo Junior" userId="08d5901d-97a8-46b7-831e-5d9f01051a4a" providerId="ADAL" clId="{1543B54C-DB8D-41C6-911D-BD48CECDE33D}" dt="2026-08-19T06:04:46.705" v="1722" actId="1076"/>
          <ac:picMkLst>
            <pc:docMk/>
            <pc:sldMk cId="2549203283" sldId="1454"/>
            <ac:picMk id="13" creationId="{7F0C8A5D-0F18-998C-BC2F-3B067DEE7952}"/>
          </ac:picMkLst>
        </pc:picChg>
      </pc:sldChg>
      <pc:sldChg chg="addSp delSp modSp add mod modShow modNotesTx">
        <pc:chgData name="Gomes Costa Paulo Junior" userId="08d5901d-97a8-46b7-831e-5d9f01051a4a" providerId="ADAL" clId="{1543B54C-DB8D-41C6-911D-BD48CECDE33D}" dt="2026-08-24T12:35:24.621" v="27369" actId="20577"/>
        <pc:sldMkLst>
          <pc:docMk/>
          <pc:sldMk cId="923990866" sldId="1455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923990866" sldId="1455"/>
            <ac:spMk id="2" creationId="{6BBE0A6F-9122-8052-292C-A12D651AC78F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923990866" sldId="1455"/>
            <ac:spMk id="3" creationId="{A29FEB6C-C610-EADB-69BA-72C99470B4DA}"/>
          </ac:spMkLst>
        </pc:spChg>
        <pc:spChg chg="add mod">
          <ac:chgData name="Gomes Costa Paulo Junior" userId="08d5901d-97a8-46b7-831e-5d9f01051a4a" providerId="ADAL" clId="{1543B54C-DB8D-41C6-911D-BD48CECDE33D}" dt="2026-08-19T12:01:23.597" v="3091" actId="1076"/>
          <ac:spMkLst>
            <pc:docMk/>
            <pc:sldMk cId="923990866" sldId="1455"/>
            <ac:spMk id="14" creationId="{B2BA264A-B026-7D3D-EB35-E0A21E6F8C28}"/>
          </ac:spMkLst>
        </pc:spChg>
        <pc:spChg chg="add mod">
          <ac:chgData name="Gomes Costa Paulo Junior" userId="08d5901d-97a8-46b7-831e-5d9f01051a4a" providerId="ADAL" clId="{1543B54C-DB8D-41C6-911D-BD48CECDE33D}" dt="2026-08-20T08:43:00.716" v="6171"/>
          <ac:spMkLst>
            <pc:docMk/>
            <pc:sldMk cId="923990866" sldId="1455"/>
            <ac:spMk id="16" creationId="{5C856BC2-CB49-A3A8-3BF8-0F8A46CFE263}"/>
          </ac:spMkLst>
        </pc:spChg>
        <pc:spChg chg="add mod">
          <ac:chgData name="Gomes Costa Paulo Junior" userId="08d5901d-97a8-46b7-831e-5d9f01051a4a" providerId="ADAL" clId="{1543B54C-DB8D-41C6-911D-BD48CECDE33D}" dt="2026-08-20T08:43:00.159" v="6169"/>
          <ac:spMkLst>
            <pc:docMk/>
            <pc:sldMk cId="923990866" sldId="1455"/>
            <ac:spMk id="18" creationId="{118EE87E-C0A8-7B7B-A933-5D0EF3DFEAB5}"/>
          </ac:spMkLst>
        </pc:spChg>
        <pc:spChg chg="add mod">
          <ac:chgData name="Gomes Costa Paulo Junior" userId="08d5901d-97a8-46b7-831e-5d9f01051a4a" providerId="ADAL" clId="{1543B54C-DB8D-41C6-911D-BD48CECDE33D}" dt="2026-08-19T12:01:23.597" v="3091" actId="1076"/>
          <ac:spMkLst>
            <pc:docMk/>
            <pc:sldMk cId="923990866" sldId="1455"/>
            <ac:spMk id="20" creationId="{01FFACB3-B5B0-E51F-313B-CC4617D498BE}"/>
          </ac:spMkLst>
        </pc:spChg>
        <pc:spChg chg="add mod">
          <ac:chgData name="Gomes Costa Paulo Junior" userId="08d5901d-97a8-46b7-831e-5d9f01051a4a" providerId="ADAL" clId="{1543B54C-DB8D-41C6-911D-BD48CECDE33D}" dt="2026-08-20T08:44:13.409" v="6237"/>
          <ac:spMkLst>
            <pc:docMk/>
            <pc:sldMk cId="923990866" sldId="1455"/>
            <ac:spMk id="31" creationId="{9A3F85DB-82ED-3F3F-64FE-4D5FC070F3B4}"/>
          </ac:spMkLst>
        </pc:spChg>
        <pc:picChg chg="add mod">
          <ac:chgData name="Gomes Costa Paulo Junior" userId="08d5901d-97a8-46b7-831e-5d9f01051a4a" providerId="ADAL" clId="{1543B54C-DB8D-41C6-911D-BD48CECDE33D}" dt="2026-08-19T12:01:23.597" v="3091" actId="1076"/>
          <ac:picMkLst>
            <pc:docMk/>
            <pc:sldMk cId="923990866" sldId="1455"/>
            <ac:picMk id="22" creationId="{B1C63340-31C4-E31A-F64F-8246EE0FE14E}"/>
          </ac:picMkLst>
        </pc:picChg>
        <pc:picChg chg="add mod">
          <ac:chgData name="Gomes Costa Paulo Junior" userId="08d5901d-97a8-46b7-831e-5d9f01051a4a" providerId="ADAL" clId="{1543B54C-DB8D-41C6-911D-BD48CECDE33D}" dt="2026-08-19T12:01:23.597" v="3091" actId="1076"/>
          <ac:picMkLst>
            <pc:docMk/>
            <pc:sldMk cId="923990866" sldId="1455"/>
            <ac:picMk id="26" creationId="{C1BB177F-EA5E-A988-120A-B16B0FA9322E}"/>
          </ac:picMkLst>
        </pc:picChg>
        <pc:picChg chg="add mod">
          <ac:chgData name="Gomes Costa Paulo Junior" userId="08d5901d-97a8-46b7-831e-5d9f01051a4a" providerId="ADAL" clId="{1543B54C-DB8D-41C6-911D-BD48CECDE33D}" dt="2026-08-19T12:01:23.597" v="3091" actId="1076"/>
          <ac:picMkLst>
            <pc:docMk/>
            <pc:sldMk cId="923990866" sldId="1455"/>
            <ac:picMk id="27" creationId="{DFDDF50D-D763-6A7E-67FF-65EFCBB3C3C9}"/>
          </ac:picMkLst>
        </pc:picChg>
        <pc:picChg chg="add mod">
          <ac:chgData name="Gomes Costa Paulo Junior" userId="08d5901d-97a8-46b7-831e-5d9f01051a4a" providerId="ADAL" clId="{1543B54C-DB8D-41C6-911D-BD48CECDE33D}" dt="2026-08-19T12:01:23.597" v="3091" actId="1076"/>
          <ac:picMkLst>
            <pc:docMk/>
            <pc:sldMk cId="923990866" sldId="1455"/>
            <ac:picMk id="28" creationId="{95F6626E-5F03-6801-E06B-C2C5CDAC7F40}"/>
          </ac:picMkLst>
        </pc:picChg>
        <pc:picChg chg="add mod">
          <ac:chgData name="Gomes Costa Paulo Junior" userId="08d5901d-97a8-46b7-831e-5d9f01051a4a" providerId="ADAL" clId="{1543B54C-DB8D-41C6-911D-BD48CECDE33D}" dt="2026-08-19T12:01:23.597" v="3091" actId="1076"/>
          <ac:picMkLst>
            <pc:docMk/>
            <pc:sldMk cId="923990866" sldId="1455"/>
            <ac:picMk id="29" creationId="{DF2FC135-834F-DA7A-1C0B-6652C36FEEE7}"/>
          </ac:picMkLst>
        </pc:picChg>
      </pc:sldChg>
      <pc:sldChg chg="addSp delSp modSp new mod modNotesTx">
        <pc:chgData name="Gomes Costa Paulo Junior" userId="08d5901d-97a8-46b7-831e-5d9f01051a4a" providerId="ADAL" clId="{1543B54C-DB8D-41C6-911D-BD48CECDE33D}" dt="2026-08-22T06:10:36.633" v="26272" actId="20577"/>
        <pc:sldMkLst>
          <pc:docMk/>
          <pc:sldMk cId="694962855" sldId="1456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694962855" sldId="1456"/>
            <ac:spMk id="2" creationId="{35E338A6-4FB9-5827-6EAA-53D24C913F00}"/>
          </ac:spMkLst>
        </pc:spChg>
        <pc:spChg chg="add mod">
          <ac:chgData name="Gomes Costa Paulo Junior" userId="08d5901d-97a8-46b7-831e-5d9f01051a4a" providerId="ADAL" clId="{1543B54C-DB8D-41C6-911D-BD48CECDE33D}" dt="2026-08-20T13:17:35.811" v="16338" actId="255"/>
          <ac:spMkLst>
            <pc:docMk/>
            <pc:sldMk cId="694962855" sldId="1456"/>
            <ac:spMk id="10" creationId="{DD66CE5E-67AC-F00F-2853-8E6133FE436B}"/>
          </ac:spMkLst>
        </pc:spChg>
        <pc:graphicFrameChg chg="add mod modGraphic">
          <ac:chgData name="Gomes Costa Paulo Junior" userId="08d5901d-97a8-46b7-831e-5d9f01051a4a" providerId="ADAL" clId="{1543B54C-DB8D-41C6-911D-BD48CECDE33D}" dt="2026-08-20T16:14:44.869" v="17733" actId="14734"/>
          <ac:graphicFrameMkLst>
            <pc:docMk/>
            <pc:sldMk cId="694962855" sldId="1456"/>
            <ac:graphicFrameMk id="11" creationId="{7A2E502B-C4EF-40A5-462E-56E02C58D7B7}"/>
          </ac:graphicFrameMkLst>
        </pc:graphicFrameChg>
      </pc:sldChg>
      <pc:sldChg chg="addSp delSp modSp new mod modNotesTx">
        <pc:chgData name="Gomes Costa Paulo Junior" userId="08d5901d-97a8-46b7-831e-5d9f01051a4a" providerId="ADAL" clId="{1543B54C-DB8D-41C6-911D-BD48CECDE33D}" dt="2026-08-24T08:04:33.334" v="27368" actId="20577"/>
        <pc:sldMkLst>
          <pc:docMk/>
          <pc:sldMk cId="3239700206" sldId="1457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3239700206" sldId="1457"/>
            <ac:spMk id="2" creationId="{587FC64D-42B4-D296-12D5-A5337986E301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3239700206" sldId="1457"/>
            <ac:spMk id="3" creationId="{0AD93394-6A42-533B-4AEE-6278300F76D8}"/>
          </ac:spMkLst>
        </pc:spChg>
        <pc:picChg chg="add mod">
          <ac:chgData name="Gomes Costa Paulo Junior" userId="08d5901d-97a8-46b7-831e-5d9f01051a4a" providerId="ADAL" clId="{1543B54C-DB8D-41C6-911D-BD48CECDE33D}" dt="2026-08-23T17:05:08.607" v="27319" actId="1076"/>
          <ac:picMkLst>
            <pc:docMk/>
            <pc:sldMk cId="3239700206" sldId="1457"/>
            <ac:picMk id="5" creationId="{DC4C3264-40EE-A481-8F8A-4AD124AAA107}"/>
          </ac:picMkLst>
        </pc:picChg>
        <pc:picChg chg="add del mod">
          <ac:chgData name="Gomes Costa Paulo Junior" userId="08d5901d-97a8-46b7-831e-5d9f01051a4a" providerId="ADAL" clId="{1543B54C-DB8D-41C6-911D-BD48CECDE33D}" dt="2026-08-23T17:04:58.628" v="27314" actId="478"/>
          <ac:picMkLst>
            <pc:docMk/>
            <pc:sldMk cId="3239700206" sldId="1457"/>
            <ac:picMk id="7" creationId="{9444DE7D-1F27-4ED0-94A6-228C9F48131B}"/>
          </ac:picMkLst>
        </pc:picChg>
      </pc:sldChg>
      <pc:sldChg chg="addSp delSp modSp new mod modNotesTx">
        <pc:chgData name="Gomes Costa Paulo Junior" userId="08d5901d-97a8-46b7-831e-5d9f01051a4a" providerId="ADAL" clId="{1543B54C-DB8D-41C6-911D-BD48CECDE33D}" dt="2026-08-24T07:55:24.158" v="27349" actId="20577"/>
        <pc:sldMkLst>
          <pc:docMk/>
          <pc:sldMk cId="409227168" sldId="1459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409227168" sldId="1459"/>
            <ac:spMk id="2" creationId="{E7738D0D-CDE1-E6E8-FB8F-0AB7E9304EC9}"/>
          </ac:spMkLst>
        </pc:spChg>
        <pc:spChg chg="mod">
          <ac:chgData name="Gomes Costa Paulo Junior" userId="08d5901d-97a8-46b7-831e-5d9f01051a4a" providerId="ADAL" clId="{1543B54C-DB8D-41C6-911D-BD48CECDE33D}" dt="2026-08-22T06:04:36.722" v="25574" actId="20577"/>
          <ac:spMkLst>
            <pc:docMk/>
            <pc:sldMk cId="409227168" sldId="1459"/>
            <ac:spMk id="3" creationId="{DAE50A96-B439-315B-5746-FD14ED253789}"/>
          </ac:spMkLst>
        </pc:spChg>
        <pc:picChg chg="add mod ord modCrop">
          <ac:chgData name="Gomes Costa Paulo Junior" userId="08d5901d-97a8-46b7-831e-5d9f01051a4a" providerId="ADAL" clId="{1543B54C-DB8D-41C6-911D-BD48CECDE33D}" dt="2026-08-24T07:17:41.490" v="27344" actId="1076"/>
          <ac:picMkLst>
            <pc:docMk/>
            <pc:sldMk cId="409227168" sldId="1459"/>
            <ac:picMk id="5" creationId="{088EDF3C-E55B-3D21-532F-603D3BEC454C}"/>
          </ac:picMkLst>
        </pc:picChg>
      </pc:sldChg>
      <pc:sldChg chg="modSp add ord">
        <pc:chgData name="Gomes Costa Paulo Junior" userId="08d5901d-97a8-46b7-831e-5d9f01051a4a" providerId="ADAL" clId="{1543B54C-DB8D-41C6-911D-BD48CECDE33D}" dt="2026-08-20T13:11:10.987" v="16250"/>
        <pc:sldMkLst>
          <pc:docMk/>
          <pc:sldMk cId="1413004566" sldId="1460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1413004566" sldId="1460"/>
            <ac:spMk id="2" creationId="{78F0C560-F96D-8D4B-57BA-F6AE31D68E2D}"/>
          </ac:spMkLst>
        </pc:spChg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1413004566" sldId="1460"/>
            <ac:spMk id="3" creationId="{E45212CE-7A83-10E4-F876-65493262C7E3}"/>
          </ac:spMkLst>
        </pc:spChg>
      </pc:sldChg>
      <pc:sldChg chg="addSp delSp modSp add mod modNotesTx">
        <pc:chgData name="Gomes Costa Paulo Junior" userId="08d5901d-97a8-46b7-831e-5d9f01051a4a" providerId="ADAL" clId="{1543B54C-DB8D-41C6-911D-BD48CECDE33D}" dt="2026-08-24T07:54:02.546" v="27346" actId="20577"/>
        <pc:sldMkLst>
          <pc:docMk/>
          <pc:sldMk cId="2549882964" sldId="1461"/>
        </pc:sldMkLst>
        <pc:spChg chg="mod">
          <ac:chgData name="Gomes Costa Paulo Junior" userId="08d5901d-97a8-46b7-831e-5d9f01051a4a" providerId="ADAL" clId="{1543B54C-DB8D-41C6-911D-BD48CECDE33D}" dt="2026-08-19T06:34:02.856" v="1733"/>
          <ac:spMkLst>
            <pc:docMk/>
            <pc:sldMk cId="2549882964" sldId="1461"/>
            <ac:spMk id="2" creationId="{D129F3CC-67E8-B857-9CCF-B98B55F60B0A}"/>
          </ac:spMkLst>
        </pc:spChg>
        <pc:spChg chg="mod">
          <ac:chgData name="Gomes Costa Paulo Junior" userId="08d5901d-97a8-46b7-831e-5d9f01051a4a" providerId="ADAL" clId="{1543B54C-DB8D-41C6-911D-BD48CECDE33D}" dt="2026-08-21T12:21:06.563" v="22806" actId="20577"/>
          <ac:spMkLst>
            <pc:docMk/>
            <pc:sldMk cId="2549882964" sldId="1461"/>
            <ac:spMk id="3" creationId="{0AAEB302-EC95-774D-0167-5D9F31098300}"/>
          </ac:spMkLst>
        </pc:spChg>
        <pc:picChg chg="add mod">
          <ac:chgData name="Gomes Costa Paulo Junior" userId="08d5901d-97a8-46b7-831e-5d9f01051a4a" providerId="ADAL" clId="{1543B54C-DB8D-41C6-911D-BD48CECDE33D}" dt="2026-08-20T13:44:03.462" v="17128" actId="1076"/>
          <ac:picMkLst>
            <pc:docMk/>
            <pc:sldMk cId="2549882964" sldId="1461"/>
            <ac:picMk id="6" creationId="{24D704D8-91B4-E8AD-1217-D158E4DAD1CF}"/>
          </ac:picMkLst>
        </pc:picChg>
      </pc:sldChg>
      <pc:sldChg chg="modSp add mod">
        <pc:chgData name="Gomes Costa Paulo Junior" userId="08d5901d-97a8-46b7-831e-5d9f01051a4a" providerId="ADAL" clId="{1543B54C-DB8D-41C6-911D-BD48CECDE33D}" dt="2026-08-24T07:26:49.017" v="27345" actId="20577"/>
        <pc:sldMkLst>
          <pc:docMk/>
          <pc:sldMk cId="2613504302" sldId="1462"/>
        </pc:sldMkLst>
        <pc:spChg chg="mod">
          <ac:chgData name="Gomes Costa Paulo Junior" userId="08d5901d-97a8-46b7-831e-5d9f01051a4a" providerId="ADAL" clId="{1543B54C-DB8D-41C6-911D-BD48CECDE33D}" dt="2026-08-19T05:59:43.875" v="1565" actId="27636"/>
          <ac:spMkLst>
            <pc:docMk/>
            <pc:sldMk cId="2613504302" sldId="1462"/>
            <ac:spMk id="2" creationId="{B9CB0027-DDA6-6B16-8378-56542B9ABA31}"/>
          </ac:spMkLst>
        </pc:spChg>
        <pc:spChg chg="mod">
          <ac:chgData name="Gomes Costa Paulo Junior" userId="08d5901d-97a8-46b7-831e-5d9f01051a4a" providerId="ADAL" clId="{1543B54C-DB8D-41C6-911D-BD48CECDE33D}" dt="2026-08-19T05:57:22.807" v="1483" actId="20577"/>
          <ac:spMkLst>
            <pc:docMk/>
            <pc:sldMk cId="2613504302" sldId="1462"/>
            <ac:spMk id="5" creationId="{FD0787E5-ACA7-A818-9D2F-94FDFBEA397B}"/>
          </ac:spMkLst>
        </pc:spChg>
        <pc:spChg chg="mod">
          <ac:chgData name="Gomes Costa Paulo Junior" userId="08d5901d-97a8-46b7-831e-5d9f01051a4a" providerId="ADAL" clId="{1543B54C-DB8D-41C6-911D-BD48CECDE33D}" dt="2026-08-24T07:26:49.017" v="27345" actId="20577"/>
          <ac:spMkLst>
            <pc:docMk/>
            <pc:sldMk cId="2613504302" sldId="1462"/>
            <ac:spMk id="6" creationId="{6D34C045-151E-9D03-12EE-F2460B6DE894}"/>
          </ac:spMkLst>
        </pc:spChg>
      </pc:sldChg>
      <pc:sldChg chg="addSp modSp new mod ord modNotesTx">
        <pc:chgData name="Gomes Costa Paulo Junior" userId="08d5901d-97a8-46b7-831e-5d9f01051a4a" providerId="ADAL" clId="{1543B54C-DB8D-41C6-911D-BD48CECDE33D}" dt="2026-08-21T10:10:19.419" v="19898"/>
        <pc:sldMkLst>
          <pc:docMk/>
          <pc:sldMk cId="2284693470" sldId="1465"/>
        </pc:sldMkLst>
        <pc:spChg chg="mod">
          <ac:chgData name="Gomes Costa Paulo Junior" userId="08d5901d-97a8-46b7-831e-5d9f01051a4a" providerId="ADAL" clId="{1543B54C-DB8D-41C6-911D-BD48CECDE33D}" dt="2026-08-20T05:58:34.726" v="3197" actId="20577"/>
          <ac:spMkLst>
            <pc:docMk/>
            <pc:sldMk cId="2284693470" sldId="1465"/>
            <ac:spMk id="2" creationId="{38E45566-58BE-6DF1-40E4-956B0B6D4001}"/>
          </ac:spMkLst>
        </pc:spChg>
        <pc:spChg chg="mod">
          <ac:chgData name="Gomes Costa Paulo Junior" userId="08d5901d-97a8-46b7-831e-5d9f01051a4a" providerId="ADAL" clId="{1543B54C-DB8D-41C6-911D-BD48CECDE33D}" dt="2026-08-20T13:19:16.271" v="16439" actId="1076"/>
          <ac:spMkLst>
            <pc:docMk/>
            <pc:sldMk cId="2284693470" sldId="1465"/>
            <ac:spMk id="3" creationId="{1159786F-F3DD-0E41-D13D-9E6CB4B8F417}"/>
          </ac:spMkLst>
        </pc:spChg>
        <pc:picChg chg="add mod">
          <ac:chgData name="Gomes Costa Paulo Junior" userId="08d5901d-97a8-46b7-831e-5d9f01051a4a" providerId="ADAL" clId="{1543B54C-DB8D-41C6-911D-BD48CECDE33D}" dt="2026-08-20T13:19:15.643" v="16438" actId="1076"/>
          <ac:picMkLst>
            <pc:docMk/>
            <pc:sldMk cId="2284693470" sldId="1465"/>
            <ac:picMk id="5" creationId="{B9C748EE-53C0-33E8-DE2A-6B276ED7971E}"/>
          </ac:picMkLst>
        </pc:picChg>
      </pc:sldChg>
      <pc:sldChg chg="addSp delSp modSp new mod">
        <pc:chgData name="Gomes Costa Paulo Junior" userId="08d5901d-97a8-46b7-831e-5d9f01051a4a" providerId="ADAL" clId="{1543B54C-DB8D-41C6-911D-BD48CECDE33D}" dt="2026-08-22T06:02:21.928" v="25511" actId="1076"/>
        <pc:sldMkLst>
          <pc:docMk/>
          <pc:sldMk cId="1894535039" sldId="1466"/>
        </pc:sldMkLst>
        <pc:spChg chg="mod">
          <ac:chgData name="Gomes Costa Paulo Junior" userId="08d5901d-97a8-46b7-831e-5d9f01051a4a" providerId="ADAL" clId="{1543B54C-DB8D-41C6-911D-BD48CECDE33D}" dt="2026-08-20T07:00:27.753" v="3393" actId="20577"/>
          <ac:spMkLst>
            <pc:docMk/>
            <pc:sldMk cId="1894535039" sldId="1466"/>
            <ac:spMk id="2" creationId="{9E200491-DBCD-56FC-399E-19931F923468}"/>
          </ac:spMkLst>
        </pc:spChg>
        <pc:spChg chg="mod">
          <ac:chgData name="Gomes Costa Paulo Junior" userId="08d5901d-97a8-46b7-831e-5d9f01051a4a" providerId="ADAL" clId="{1543B54C-DB8D-41C6-911D-BD48CECDE33D}" dt="2026-08-22T06:01:49.458" v="25507" actId="6549"/>
          <ac:spMkLst>
            <pc:docMk/>
            <pc:sldMk cId="1894535039" sldId="1466"/>
            <ac:spMk id="3" creationId="{084B9CC3-FCA7-64E8-42C1-140A422CDA25}"/>
          </ac:spMkLst>
        </pc:spChg>
        <pc:picChg chg="add mod">
          <ac:chgData name="Gomes Costa Paulo Junior" userId="08d5901d-97a8-46b7-831e-5d9f01051a4a" providerId="ADAL" clId="{1543B54C-DB8D-41C6-911D-BD48CECDE33D}" dt="2026-08-22T06:02:21.928" v="25511" actId="1076"/>
          <ac:picMkLst>
            <pc:docMk/>
            <pc:sldMk cId="1894535039" sldId="1466"/>
            <ac:picMk id="6" creationId="{0D1B4912-A703-D234-E1BD-E8736A620EE8}"/>
          </ac:picMkLst>
        </pc:picChg>
      </pc:sldChg>
      <pc:sldChg chg="addSp delSp modSp add mod modNotesTx">
        <pc:chgData name="Gomes Costa Paulo Junior" userId="08d5901d-97a8-46b7-831e-5d9f01051a4a" providerId="ADAL" clId="{1543B54C-DB8D-41C6-911D-BD48CECDE33D}" dt="2026-08-24T07:59:45.173" v="27364" actId="6549"/>
        <pc:sldMkLst>
          <pc:docMk/>
          <pc:sldMk cId="566205844" sldId="1467"/>
        </pc:sldMkLst>
        <pc:spChg chg="mod">
          <ac:chgData name="Gomes Costa Paulo Junior" userId="08d5901d-97a8-46b7-831e-5d9f01051a4a" providerId="ADAL" clId="{1543B54C-DB8D-41C6-911D-BD48CECDE33D}" dt="2026-08-20T13:53:13.217" v="17367" actId="20577"/>
          <ac:spMkLst>
            <pc:docMk/>
            <pc:sldMk cId="566205844" sldId="1467"/>
            <ac:spMk id="2" creationId="{ED2C2EDA-93A1-0D2A-4781-0160A8B47651}"/>
          </ac:spMkLst>
        </pc:spChg>
        <pc:spChg chg="mod">
          <ac:chgData name="Gomes Costa Paulo Junior" userId="08d5901d-97a8-46b7-831e-5d9f01051a4a" providerId="ADAL" clId="{1543B54C-DB8D-41C6-911D-BD48CECDE33D}" dt="2026-08-21T10:08:47.817" v="19896" actId="20577"/>
          <ac:spMkLst>
            <pc:docMk/>
            <pc:sldMk cId="566205844" sldId="1467"/>
            <ac:spMk id="4" creationId="{5DA5B4E8-5A1E-7DB0-32E0-6DC095360526}"/>
          </ac:spMkLst>
        </pc:spChg>
        <pc:spChg chg="mod">
          <ac:chgData name="Gomes Costa Paulo Junior" userId="08d5901d-97a8-46b7-831e-5d9f01051a4a" providerId="ADAL" clId="{1543B54C-DB8D-41C6-911D-BD48CECDE33D}" dt="2026-08-20T16:11:44.934" v="17701" actId="20577"/>
          <ac:spMkLst>
            <pc:docMk/>
            <pc:sldMk cId="566205844" sldId="1467"/>
            <ac:spMk id="8" creationId="{20A4551D-831C-AD1B-3542-21EDDF5868DE}"/>
          </ac:spMkLst>
        </pc:spChg>
        <pc:spChg chg="add mod">
          <ac:chgData name="Gomes Costa Paulo Junior" userId="08d5901d-97a8-46b7-831e-5d9f01051a4a" providerId="ADAL" clId="{1543B54C-DB8D-41C6-911D-BD48CECDE33D}" dt="2026-08-20T16:12:18.409" v="17709" actId="20577"/>
          <ac:spMkLst>
            <pc:docMk/>
            <pc:sldMk cId="566205844" sldId="1467"/>
            <ac:spMk id="9" creationId="{3C1BBF69-AD59-6F22-C3E4-88CA006B186D}"/>
          </ac:spMkLst>
        </pc:spChg>
        <pc:spChg chg="mod">
          <ac:chgData name="Gomes Costa Paulo Junior" userId="08d5901d-97a8-46b7-831e-5d9f01051a4a" providerId="ADAL" clId="{1543B54C-DB8D-41C6-911D-BD48CECDE33D}" dt="2026-08-20T16:05:32.893" v="17549" actId="14100"/>
          <ac:spMkLst>
            <pc:docMk/>
            <pc:sldMk cId="566205844" sldId="1467"/>
            <ac:spMk id="10" creationId="{B38429EB-E70B-A345-6ECB-B1CF64CC0851}"/>
          </ac:spMkLst>
        </pc:spChg>
      </pc:sldChg>
      <pc:sldChg chg="modSp new mod modNotesTx">
        <pc:chgData name="Gomes Costa Paulo Junior" userId="08d5901d-97a8-46b7-831e-5d9f01051a4a" providerId="ADAL" clId="{1543B54C-DB8D-41C6-911D-BD48CECDE33D}" dt="2026-08-20T13:45:28.556" v="17140" actId="20577"/>
        <pc:sldMkLst>
          <pc:docMk/>
          <pc:sldMk cId="1985413004" sldId="1468"/>
        </pc:sldMkLst>
        <pc:spChg chg="mod">
          <ac:chgData name="Gomes Costa Paulo Junior" userId="08d5901d-97a8-46b7-831e-5d9f01051a4a" providerId="ADAL" clId="{1543B54C-DB8D-41C6-911D-BD48CECDE33D}" dt="2026-08-20T13:11:54.320" v="16291" actId="20577"/>
          <ac:spMkLst>
            <pc:docMk/>
            <pc:sldMk cId="1985413004" sldId="1468"/>
            <ac:spMk id="2" creationId="{D1D491AE-6479-889C-5F08-C0A6EB1FAC93}"/>
          </ac:spMkLst>
        </pc:spChg>
        <pc:spChg chg="mod">
          <ac:chgData name="Gomes Costa Paulo Junior" userId="08d5901d-97a8-46b7-831e-5d9f01051a4a" providerId="ADAL" clId="{1543B54C-DB8D-41C6-911D-BD48CECDE33D}" dt="2026-08-20T13:45:13.700" v="17137" actId="6549"/>
          <ac:spMkLst>
            <pc:docMk/>
            <pc:sldMk cId="1985413004" sldId="1468"/>
            <ac:spMk id="3" creationId="{6025FB1E-C61E-9D83-D076-DD754F9B04AE}"/>
          </ac:spMkLst>
        </pc:spChg>
      </pc:sldChg>
      <pc:sldChg chg="addSp delSp modSp new mod ord">
        <pc:chgData name="Gomes Costa Paulo Junior" userId="08d5901d-97a8-46b7-831e-5d9f01051a4a" providerId="ADAL" clId="{1543B54C-DB8D-41C6-911D-BD48CECDE33D}" dt="2026-08-20T13:50:41.413" v="17253" actId="1076"/>
        <pc:sldMkLst>
          <pc:docMk/>
          <pc:sldMk cId="948358745" sldId="1469"/>
        </pc:sldMkLst>
        <pc:spChg chg="add mod">
          <ac:chgData name="Gomes Costa Paulo Junior" userId="08d5901d-97a8-46b7-831e-5d9f01051a4a" providerId="ADAL" clId="{1543B54C-DB8D-41C6-911D-BD48CECDE33D}" dt="2026-08-20T13:50:41.413" v="17253" actId="1076"/>
          <ac:spMkLst>
            <pc:docMk/>
            <pc:sldMk cId="948358745" sldId="1469"/>
            <ac:spMk id="4" creationId="{8ABE7FFC-D3E7-43BE-BBAF-C3AAE4E93413}"/>
          </ac:spMkLst>
        </pc:spChg>
      </pc:sldChg>
      <pc:sldChg chg="addSp delSp modSp add mod ord">
        <pc:chgData name="Gomes Costa Paulo Junior" userId="08d5901d-97a8-46b7-831e-5d9f01051a4a" providerId="ADAL" clId="{1543B54C-DB8D-41C6-911D-BD48CECDE33D}" dt="2026-08-21T10:10:30.099" v="19900"/>
        <pc:sldMkLst>
          <pc:docMk/>
          <pc:sldMk cId="4107665715" sldId="1470"/>
        </pc:sldMkLst>
        <pc:picChg chg="add mod modCrop">
          <ac:chgData name="Gomes Costa Paulo Junior" userId="08d5901d-97a8-46b7-831e-5d9f01051a4a" providerId="ADAL" clId="{1543B54C-DB8D-41C6-911D-BD48CECDE33D}" dt="2026-08-20T13:57:04.554" v="17411" actId="1076"/>
          <ac:picMkLst>
            <pc:docMk/>
            <pc:sldMk cId="4107665715" sldId="1470"/>
            <ac:picMk id="6" creationId="{6B393E81-56FD-41D8-65E8-54F8971C2721}"/>
          </ac:picMkLst>
        </pc:picChg>
      </pc:sldChg>
      <pc:sldChg chg="addSp delSp modSp add mod ord">
        <pc:chgData name="Gomes Costa Paulo Junior" userId="08d5901d-97a8-46b7-831e-5d9f01051a4a" providerId="ADAL" clId="{1543B54C-DB8D-41C6-911D-BD48CECDE33D}" dt="2026-08-21T10:10:41.027" v="19902"/>
        <pc:sldMkLst>
          <pc:docMk/>
          <pc:sldMk cId="165418777" sldId="1471"/>
        </pc:sldMkLst>
        <pc:picChg chg="add mod">
          <ac:chgData name="Gomes Costa Paulo Junior" userId="08d5901d-97a8-46b7-831e-5d9f01051a4a" providerId="ADAL" clId="{1543B54C-DB8D-41C6-911D-BD48CECDE33D}" dt="2026-08-20T13:56:52.568" v="17409" actId="1076"/>
          <ac:picMkLst>
            <pc:docMk/>
            <pc:sldMk cId="165418777" sldId="1471"/>
            <ac:picMk id="7" creationId="{0FBF3663-9DE7-0A4C-0A9C-E2D542924025}"/>
          </ac:picMkLst>
        </pc:picChg>
      </pc:sldChg>
      <pc:sldChg chg="addSp delSp modSp add mod ord">
        <pc:chgData name="Gomes Costa Paulo Junior" userId="08d5901d-97a8-46b7-831e-5d9f01051a4a" providerId="ADAL" clId="{1543B54C-DB8D-41C6-911D-BD48CECDE33D}" dt="2026-08-21T10:10:48.088" v="19904"/>
        <pc:sldMkLst>
          <pc:docMk/>
          <pc:sldMk cId="960655663" sldId="1472"/>
        </pc:sldMkLst>
        <pc:picChg chg="add mod">
          <ac:chgData name="Gomes Costa Paulo Junior" userId="08d5901d-97a8-46b7-831e-5d9f01051a4a" providerId="ADAL" clId="{1543B54C-DB8D-41C6-911D-BD48CECDE33D}" dt="2026-08-20T13:57:40.914" v="17415" actId="1076"/>
          <ac:picMkLst>
            <pc:docMk/>
            <pc:sldMk cId="960655663" sldId="1472"/>
            <ac:picMk id="4" creationId="{FEDD87DA-2007-9363-FAE7-B82529D45687}"/>
          </ac:picMkLst>
        </pc:picChg>
      </pc:sldChg>
      <pc:sldChg chg="addSp delSp modSp add mod modNotesTx">
        <pc:chgData name="Gomes Costa Paulo Junior" userId="08d5901d-97a8-46b7-831e-5d9f01051a4a" providerId="ADAL" clId="{1543B54C-DB8D-41C6-911D-BD48CECDE33D}" dt="2026-08-21T18:00:38.026" v="25342" actId="20577"/>
        <pc:sldMkLst>
          <pc:docMk/>
          <pc:sldMk cId="3888386415" sldId="1475"/>
        </pc:sldMkLst>
        <pc:graphicFrameChg chg="add mod modGraphic">
          <ac:chgData name="Gomes Costa Paulo Junior" userId="08d5901d-97a8-46b7-831e-5d9f01051a4a" providerId="ADAL" clId="{1543B54C-DB8D-41C6-911D-BD48CECDE33D}" dt="2026-08-21T18:00:38.026" v="25342" actId="20577"/>
          <ac:graphicFrameMkLst>
            <pc:docMk/>
            <pc:sldMk cId="3888386415" sldId="1475"/>
            <ac:graphicFrameMk id="3" creationId="{37F9B457-A2C7-86C6-CA32-A1B19091601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CD5993C-B373-FD83-564A-A4EBD28873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2BF7A3-9F62-755A-16F9-C3022233D1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36D54-A5B2-49F8-8673-929DE2E8AAF5}" type="datetimeFigureOut">
              <a:rPr lang="fr-CH" smtClean="0"/>
              <a:t>29.08.2026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2D74C9-A7DF-832B-7452-6E15BE88C4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286075-48C3-9997-1A60-FD47C55A9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249C8-973C-4E35-B8F0-7FE9756AE2C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49998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B8C-5954-4448-9202-53ED6684A145}" type="datetimeFigureOut">
              <a:rPr lang="fr-CH" smtClean="0"/>
              <a:t>29.08.2026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04149-F9A7-4C83-8F37-7B31E46131E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899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31338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0085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3024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707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26647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5073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19DBF-F3B6-F2D5-7624-EEE455CA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291AAC-8B1A-2F47-AF6E-97D9CDF2A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B646C8-F2D5-9F15-67F6-4AC0C0108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FF6F0D-A457-3CA2-1D14-52AE9E558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49903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87909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28387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61958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73BF-B08F-CDCC-A225-6F69E0EC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92791FC-D541-8B2F-6673-3515250F7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5A3293-8D50-F21D-319D-E56946BA8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35F383-65CB-FDDB-0787-0984F31F2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155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97386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90180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3867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11313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8994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22528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Thank you for your attention. I’m now available to answer any questions you may have.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4149-F9A7-4C83-8F37-7B31E46131E6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5380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tif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5B2221-99AE-C6A2-5368-C9B302AA3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204864"/>
            <a:ext cx="11233150" cy="720725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ED2ACF-62E3-1934-7FD8-1C20B6CF22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6856" y="3644702"/>
            <a:ext cx="11233150" cy="5754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875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80149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11224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87001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Subtitle</a:t>
            </a:r>
            <a:endParaRPr lang="en-CH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8B0687-EF00-D494-3A42-ED1344DE29B3}"/>
              </a:ext>
            </a:extLst>
          </p:cNvPr>
          <p:cNvSpPr txBox="1">
            <a:spLocks/>
          </p:cNvSpPr>
          <p:nvPr userDrawn="1"/>
        </p:nvSpPr>
        <p:spPr>
          <a:xfrm>
            <a:off x="424070" y="1557338"/>
            <a:ext cx="11255936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j-ea"/>
                <a:cs typeface="+mj-cs"/>
              </a:defRPr>
            </a:lvl1pPr>
            <a:lvl2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309512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365787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422062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4783374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GB"/>
              <a:t>Systems Engineering</a:t>
            </a:r>
            <a:endParaRPr lang="de-CH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6F1133-3A76-0812-D28E-0B99352B77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8005" y="190699"/>
            <a:ext cx="1994400" cy="359965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47183555-9EF3-E02C-C9C2-4FAFF1A2A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9263" y="5876436"/>
            <a:ext cx="249347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3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5B2221-99AE-C6A2-5368-C9B302AA3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204864"/>
            <a:ext cx="11233150" cy="720725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ED2ACF-62E3-1934-7FD8-1C20B6CF22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6856" y="3644702"/>
            <a:ext cx="11233150" cy="5754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875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80149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11224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87001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Subtitle</a:t>
            </a:r>
            <a:endParaRPr lang="en-CH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8B0687-EF00-D494-3A42-ED1344DE29B3}"/>
              </a:ext>
            </a:extLst>
          </p:cNvPr>
          <p:cNvSpPr txBox="1">
            <a:spLocks/>
          </p:cNvSpPr>
          <p:nvPr userDrawn="1"/>
        </p:nvSpPr>
        <p:spPr>
          <a:xfrm>
            <a:off x="424070" y="1557338"/>
            <a:ext cx="11255936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j-ea"/>
                <a:cs typeface="+mj-cs"/>
              </a:defRPr>
            </a:lvl1pPr>
            <a:lvl2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309512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365787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422062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4783374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de-CH" noProof="0"/>
              <a:t>Systemtechnik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6F1133-3A76-0812-D28E-0B99352B77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190699"/>
            <a:ext cx="1994400" cy="359965"/>
          </a:xfrm>
          <a:prstGeom prst="rect">
            <a:avLst/>
          </a:prstGeom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A45D0978-9F54-C84A-1FA6-84FB906572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9263" y="5876436"/>
            <a:ext cx="249347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5B2221-99AE-C6A2-5368-C9B302AA3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204864"/>
            <a:ext cx="11233150" cy="720725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ED2ACF-62E3-1934-7FD8-1C20B6CF22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6856" y="3644702"/>
            <a:ext cx="11233150" cy="5754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875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80149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11224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87001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Subtitle</a:t>
            </a:r>
            <a:endParaRPr lang="en-CH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8B0687-EF00-D494-3A42-ED1344DE29B3}"/>
              </a:ext>
            </a:extLst>
          </p:cNvPr>
          <p:cNvSpPr txBox="1">
            <a:spLocks/>
          </p:cNvSpPr>
          <p:nvPr userDrawn="1"/>
        </p:nvSpPr>
        <p:spPr>
          <a:xfrm>
            <a:off x="424070" y="1557338"/>
            <a:ext cx="11255936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j-ea"/>
                <a:cs typeface="+mj-cs"/>
              </a:defRPr>
            </a:lvl1pPr>
            <a:lvl2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309512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365787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4220625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4783374" indent="-281376" algn="ctr" defTabSz="55298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5908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fr-FR" noProof="0"/>
              <a:t>Systèmes</a:t>
            </a:r>
            <a:r>
              <a:rPr lang="fr-FR"/>
              <a:t> Industriels</a:t>
            </a:r>
            <a:endParaRPr lang="fr-FR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6F1133-3A76-0812-D28E-0B99352B77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190699"/>
            <a:ext cx="1994400" cy="359965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7A44018E-F5BB-07A2-31F1-716BAACF77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9263" y="5876436"/>
            <a:ext cx="249347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7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115BC6-EAD0-AABB-378F-F6082A47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ira Sans" panose="020B05030500000200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F0A01-6846-EF4A-C56D-5CCAE501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Fira Sans" panose="020B0503050000020004" pitchFamily="34" charset="0"/>
              </a:defRPr>
            </a:lvl1pPr>
            <a:lvl2pPr>
              <a:defRPr>
                <a:latin typeface="Fira Sans" panose="020B0503050000020004" pitchFamily="34" charset="0"/>
              </a:defRPr>
            </a:lvl2pPr>
            <a:lvl3pPr>
              <a:defRPr>
                <a:latin typeface="Fira Sans" panose="020B0503050000020004" pitchFamily="34" charset="0"/>
              </a:defRPr>
            </a:lvl3pPr>
            <a:lvl4pPr>
              <a:defRPr>
                <a:latin typeface="Fira Sans" panose="020B0503050000020004" pitchFamily="34" charset="0"/>
              </a:defRPr>
            </a:lvl4pPr>
            <a:lvl5pPr>
              <a:defRPr>
                <a:latin typeface="Fira Sans" panose="020B05030500000200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039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5B2221-99AE-C6A2-5368-C9B302AA3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3" y="20637"/>
            <a:ext cx="9020175" cy="605981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ED2ACF-62E3-1934-7FD8-1C20B6CF22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3" y="631381"/>
            <a:ext cx="9020175" cy="4354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875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80149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112249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87001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Subtitle</a:t>
            </a:r>
            <a:endParaRPr lang="en-CH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11A1DE8-8DB6-6E01-6A57-11BFF5066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3" y="1253068"/>
            <a:ext cx="10515600" cy="5353664"/>
          </a:xfrm>
        </p:spPr>
        <p:txBody>
          <a:bodyPr/>
          <a:lstStyle>
            <a:lvl1pPr>
              <a:defRPr>
                <a:latin typeface="Fira Sans" panose="020B0503050000020004" pitchFamily="34" charset="0"/>
              </a:defRPr>
            </a:lvl1pPr>
            <a:lvl2pPr>
              <a:defRPr>
                <a:latin typeface="Fira Sans" panose="020B0503050000020004" pitchFamily="34" charset="0"/>
              </a:defRPr>
            </a:lvl2pPr>
            <a:lvl3pPr>
              <a:defRPr>
                <a:latin typeface="Fira Sans" panose="020B0503050000020004" pitchFamily="34" charset="0"/>
              </a:defRPr>
            </a:lvl3pPr>
            <a:lvl4pPr>
              <a:defRPr>
                <a:latin typeface="Fira Sans" panose="020B0503050000020004" pitchFamily="34" charset="0"/>
              </a:defRPr>
            </a:lvl4pPr>
            <a:lvl5pPr>
              <a:defRPr>
                <a:latin typeface="Fira Sans" panose="020B05030500000200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3371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824AF-D44E-9998-B2B5-4CCFE14E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A3FF39-DA78-7A1B-F729-AE652B5F5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8C89BB-47CD-5262-E97C-1252D31C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7960B3-1521-62D9-883D-31584D20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44C8E5-EDB5-4C27-B394-EC98C5FE4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95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CD9D5-49A9-F472-546B-F36AFA6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2909D4-C037-2B2E-D3D2-DBAED53FB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B1D1D6-3F47-C86B-1B89-6DA460496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8E51D1-8757-5D13-FCCD-13F9F399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44C8E5-EDB5-4C27-B394-EC98C5FE4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54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60A27-2EBD-7ECA-032F-9F179D20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EEFC07-2689-D8DC-AAD2-BDD83C9BF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2FFBB2-8513-BA4C-E5CC-95923494C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AE1D92-49DF-86B7-3D88-9D506C24B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17BEAAA-E822-53C8-AA95-459D99D4F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BFBFED6-AAF5-6F91-97B0-CFCA1A41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44C8E5-EDB5-4C27-B394-EC98C5FE4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52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87042D-C595-6F3B-B0B3-13EB4FD1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29CAB33-B92E-5829-70C6-CAFF2759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44C8E5-EDB5-4C27-B394-EC98C5FE4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936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6ED785-2F2B-BD07-C581-957B762B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58275" y="5346465"/>
            <a:ext cx="4178300" cy="12065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DE8041C-5E53-678E-1B5F-2A80FED66CF1}"/>
              </a:ext>
            </a:extLst>
          </p:cNvPr>
          <p:cNvSpPr txBox="1"/>
          <p:nvPr userDrawn="1"/>
        </p:nvSpPr>
        <p:spPr>
          <a:xfrm>
            <a:off x="3416454" y="890530"/>
            <a:ext cx="48619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noProof="0">
                <a:latin typeface="Fira Sans" panose="020B0503050000020004" pitchFamily="34" charset="0"/>
              </a:rPr>
              <a:t>MERCI pour votre attention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2800" noProof="0">
              <a:latin typeface="Fira Sans" panose="020B05030500000200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noProof="0">
                <a:latin typeface="Fira Sans" panose="020B0503050000020004" pitchFamily="34" charset="0"/>
              </a:rPr>
              <a:t>et pour vos questions</a:t>
            </a:r>
          </a:p>
        </p:txBody>
      </p:sp>
      <p:pic>
        <p:nvPicPr>
          <p:cNvPr id="6" name="Graphique 5" descr="Point d’interrogation avec un remplissage uni">
            <a:extLst>
              <a:ext uri="{FF2B5EF4-FFF2-40B4-BE49-F238E27FC236}">
                <a16:creationId xmlns:a16="http://schemas.microsoft.com/office/drawing/2014/main" id="{17596FF0-8775-E318-FE53-D8FE588D36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2315" y="2865268"/>
            <a:ext cx="1430784" cy="143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7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D010381-2043-7B50-5EC2-50690A2A5F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226287" cy="6858000"/>
          </a:xfrm>
          <a:prstGeom prst="rect">
            <a:avLst/>
          </a:prstGeom>
        </p:spPr>
      </p:pic>
      <p:sp>
        <p:nvSpPr>
          <p:cNvPr id="3" name="Holder 2">
            <a:extLst>
              <a:ext uri="{FF2B5EF4-FFF2-40B4-BE49-F238E27FC236}">
                <a16:creationId xmlns:a16="http://schemas.microsoft.com/office/drawing/2014/main" id="{FE5A9105-51F0-0D0D-0D8A-A35028E46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706" y="1873629"/>
            <a:ext cx="11357351" cy="729081"/>
          </a:xfrm>
          <a:prstGeom prst="rect">
            <a:avLst/>
          </a:prstGeom>
        </p:spPr>
        <p:txBody>
          <a:bodyPr/>
          <a:lstStyle>
            <a:lvl1pPr algn="l">
              <a:defRPr sz="4051" b="1" i="0" cap="none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err="1"/>
              <a:t>Titre</a:t>
            </a:r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08EDF86-6C8C-2A69-23D8-18DF5F6B37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6216" y="6199510"/>
            <a:ext cx="1244705" cy="279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1F80F-1297-E2AE-9687-E1EEB78478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705" y="6298265"/>
            <a:ext cx="1565651" cy="1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41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B4771A-6FC1-0781-0FCF-B91A3C23562B}"/>
              </a:ext>
            </a:extLst>
          </p:cNvPr>
          <p:cNvSpPr/>
          <p:nvPr userDrawn="1"/>
        </p:nvSpPr>
        <p:spPr bwMode="auto">
          <a:xfrm>
            <a:off x="-12676" y="-658940"/>
            <a:ext cx="12204676" cy="862444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en-CH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79199-F64D-4C1E-78B7-D652740D27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676" y="-658940"/>
            <a:ext cx="12204676" cy="862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37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BF26D0-5951-9C2E-9DA9-A33B719B2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0A2E4A-C281-2F23-FD15-0BB8EF59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44C8E5-EDB5-4C27-B394-EC98C5FE4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3CDA-A613-4604-B81F-B211EECF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6" y="1"/>
            <a:ext cx="8942748" cy="9784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1A8EA-B95E-43EA-A345-3B86EC1D7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SzPct val="75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4143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F6D4-671B-49CD-860D-AC91B5ED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82" y="1919447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EC8C3-780A-4450-894C-0DC8BFB18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82" y="477218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521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79AF32-DB51-5290-9974-9E6634A3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84" y="136525"/>
            <a:ext cx="9275064" cy="732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640817-D8BA-EE42-76F3-5956E822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584" y="1106424"/>
            <a:ext cx="10872216" cy="5070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3EF2E3-CE8B-A6EE-575E-037CCD44F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2F108-D3F4-48F4-932A-EC4AA94F8D10}" type="datetime1">
              <a:rPr lang="fr-FR" smtClean="0"/>
              <a:t>29/08/2026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CE568-45E6-D120-4AC3-758B1FE25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E29385B7-9521-7160-EBDD-696D965BEC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38267" y="184695"/>
            <a:ext cx="2136468" cy="475895"/>
          </a:xfrm>
          <a:prstGeom prst="rect">
            <a:avLst/>
          </a:prstGeom>
        </p:spPr>
      </p:pic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F55F9FEF-CC85-7EE0-901F-8A7567B59C1A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049000" y="6346551"/>
            <a:ext cx="1069918" cy="384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marR="0" indent="0" algn="l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CH" sz="2000" b="1" i="0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</a:t>
            </a:r>
            <a:r>
              <a:rPr lang="de-CH" sz="2000" b="0" i="0">
                <a:solidFill>
                  <a:srgbClr val="B5AEA7"/>
                </a:solidFill>
                <a:latin typeface="Helvetica Light" panose="020B0403020202020204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|  </a:t>
            </a:r>
            <a:fld id="{442AD375-037F-43D0-B059-5172DA06796A}" type="slidenum">
              <a:rPr lang="de-CH" sz="2000" b="0" i="0" smtClean="0">
                <a:solidFill>
                  <a:srgbClr val="B5AEA7"/>
                </a:solidFill>
                <a:latin typeface="Helvetica Light" panose="020B0403020202020204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pPr algn="r">
                <a:defRPr/>
              </a:pPr>
              <a:t>‹N°›</a:t>
            </a:fld>
            <a:endParaRPr lang="de-CH" sz="2000" b="0" i="0">
              <a:solidFill>
                <a:srgbClr val="B5AEA7"/>
              </a:solidFill>
              <a:latin typeface="Helvetica Light" panose="020B0403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94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1" r:id="rId2"/>
    <p:sldLayoutId id="2147483793" r:id="rId3"/>
    <p:sldLayoutId id="2147483781" r:id="rId4"/>
    <p:sldLayoutId id="2147483787" r:id="rId5"/>
    <p:sldLayoutId id="2147483782" r:id="rId6"/>
    <p:sldLayoutId id="2147483783" r:id="rId7"/>
    <p:sldLayoutId id="2147483784" r:id="rId8"/>
    <p:sldLayoutId id="2147483785" r:id="rId9"/>
    <p:sldLayoutId id="2147483788" r:id="rId10"/>
    <p:sldLayoutId id="2147483789" r:id="rId11"/>
    <p:sldLayoutId id="2147483790" r:id="rId12"/>
    <p:sldLayoutId id="214748378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Fira Sans" panose="020B050305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4044F-9271-40E9-B02F-E2D165053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944" y="1399032"/>
            <a:ext cx="11071928" cy="477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42B0A33-1ECB-4CE8-89B6-9DD6BAB6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6" y="1"/>
            <a:ext cx="8997612" cy="106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</a:t>
            </a:r>
            <a:endParaRPr lang="fr-CH"/>
          </a:p>
        </p:txBody>
      </p:sp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1B24E4D4-7DF5-5E81-D09D-A9618507EB0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5956160" y="6484664"/>
            <a:ext cx="6162758" cy="384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marR="0" indent="0" algn="l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CH" sz="2000" b="0" i="0" err="1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School</a:t>
            </a:r>
            <a:r>
              <a:rPr lang="fr-CH" sz="2000" b="0" i="0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of Engineering  </a:t>
            </a:r>
            <a:r>
              <a:rPr lang="de-CH" sz="2000" b="0" i="0">
                <a:solidFill>
                  <a:srgbClr val="B5AEA7"/>
                </a:solidFill>
                <a:latin typeface="Helvetica Light" panose="020B0403020202020204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|  </a:t>
            </a:r>
            <a:fld id="{442AD375-037F-43D0-B059-5172DA06796A}" type="slidenum">
              <a:rPr lang="de-CH" sz="2000" b="0" i="0" smtClean="0">
                <a:solidFill>
                  <a:srgbClr val="B5AEA7"/>
                </a:solidFill>
                <a:latin typeface="Helvetica Light" panose="020B0403020202020204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pPr algn="r">
                <a:defRPr/>
              </a:pPr>
              <a:t>‹N°›</a:t>
            </a:fld>
            <a:endParaRPr lang="de-CH" sz="2000" b="0" i="0">
              <a:solidFill>
                <a:srgbClr val="B5AEA7"/>
              </a:solidFill>
              <a:latin typeface="Helvetica Light" panose="020B0403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8F6CF892-5939-1B82-EB5F-68E2FCF2AB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25444" y="188868"/>
            <a:ext cx="249347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8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>
              <a:lumMod val="50000"/>
            </a:schemeClr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5000"/>
        <a:buFontTx/>
        <a:buBlip>
          <a:blip r:embed="rId5"/>
        </a:buBlip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A2B6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A2B6B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A2B6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A2B6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ardkernel.com/shop/odroid-h4/" TargetMode="External"/><Relationship Id="rId3" Type="http://schemas.openxmlformats.org/officeDocument/2006/relationships/image" Target="../media/image19.jpeg"/><Relationship Id="rId7" Type="http://schemas.openxmlformats.org/officeDocument/2006/relationships/hyperlink" Target="https://wiki.friendlyelec.com/wiki/index.php/NanoPi_R5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9" Type="http://schemas.openxmlformats.org/officeDocument/2006/relationships/hyperlink" Target="https://www.hardkernel.com/shop/netcard3-for-h-serie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0027-DDA6-6B16-8378-56542B9A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283241"/>
            <a:ext cx="11233150" cy="1191479"/>
          </a:xfrm>
        </p:spPr>
        <p:txBody>
          <a:bodyPr>
            <a:normAutofit/>
          </a:bodyPr>
          <a:lstStyle/>
          <a:p>
            <a:r>
              <a:rPr lang="fr-CH"/>
              <a:t>Probes for DOTS </a:t>
            </a:r>
            <a:br>
              <a:rPr lang="fr-CH"/>
            </a:br>
            <a:r>
              <a:rPr lang="fr-CH"/>
              <a:t>(</a:t>
            </a:r>
            <a:r>
              <a:rPr lang="fr-CH" err="1"/>
              <a:t>Ditributed</a:t>
            </a:r>
            <a:r>
              <a:rPr lang="fr-CH"/>
              <a:t> OT Test Suite)</a:t>
            </a:r>
            <a:endParaRPr lang="en-CH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D34C045-151E-9D03-12EE-F2460B6DE8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1" y="5027872"/>
            <a:ext cx="4021785" cy="877382"/>
          </a:xfrm>
        </p:spPr>
        <p:txBody>
          <a:bodyPr>
            <a:normAutofit/>
          </a:bodyPr>
          <a:lstStyle/>
          <a:p>
            <a:pPr algn="l"/>
            <a:r>
              <a:rPr lang="fr-CH" sz="2400" dirty="0"/>
              <a:t>Prof: Steiner Rico</a:t>
            </a:r>
          </a:p>
          <a:p>
            <a:pPr algn="l"/>
            <a:r>
              <a:rPr lang="fr-CH" sz="2400" dirty="0"/>
              <a:t>Expert: Gil Beauge</a:t>
            </a:r>
            <a:endParaRPr lang="fr-FR" sz="2400" dirty="0"/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FD0787E5-ACA7-A818-9D2F-94FDFBEA397B}"/>
              </a:ext>
            </a:extLst>
          </p:cNvPr>
          <p:cNvSpPr txBox="1">
            <a:spLocks/>
          </p:cNvSpPr>
          <p:nvPr/>
        </p:nvSpPr>
        <p:spPr>
          <a:xfrm>
            <a:off x="479425" y="3764445"/>
            <a:ext cx="11233150" cy="105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4187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80149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11224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38700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Gomes Costa Paulo Junior</a:t>
            </a:r>
            <a:br>
              <a:rPr lang="fr-CH"/>
            </a:br>
            <a:r>
              <a:rPr lang="fr-CH"/>
              <a:t>24.08.2026</a:t>
            </a:r>
            <a:endParaRPr lang="fr-FR"/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2221E9C6-0F03-9112-374A-4BF08EC3BAA3}"/>
              </a:ext>
            </a:extLst>
          </p:cNvPr>
          <p:cNvSpPr txBox="1">
            <a:spLocks/>
          </p:cNvSpPr>
          <p:nvPr/>
        </p:nvSpPr>
        <p:spPr>
          <a:xfrm>
            <a:off x="9037324" y="5217277"/>
            <a:ext cx="2675255" cy="53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4187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80149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11224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38700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CH" sz="2400" err="1"/>
              <a:t>Infotronics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2613504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15810-C140-33FC-57C3-6F0737A9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Contents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864DDC-D461-B96B-21D1-32FA6999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err="1"/>
              <a:t>Context</a:t>
            </a:r>
            <a:endParaRPr lang="fr-CH"/>
          </a:p>
          <a:p>
            <a:r>
              <a:rPr lang="fr-CH"/>
              <a:t>Objectives</a:t>
            </a:r>
          </a:p>
          <a:p>
            <a:r>
              <a:rPr lang="fr-CH"/>
              <a:t>Hardware </a:t>
            </a:r>
            <a:r>
              <a:rPr lang="fr-CH" err="1"/>
              <a:t>analysis</a:t>
            </a:r>
            <a:endParaRPr lang="fr-CH"/>
          </a:p>
          <a:p>
            <a:r>
              <a:rPr lang="fr-CH"/>
              <a:t>Dual-</a:t>
            </a:r>
            <a:r>
              <a:rPr lang="fr-CH" err="1"/>
              <a:t>environment</a:t>
            </a:r>
            <a:r>
              <a:rPr lang="fr-CH"/>
              <a:t> system</a:t>
            </a:r>
          </a:p>
          <a:p>
            <a:r>
              <a:rPr lang="fr-CH" err="1"/>
              <a:t>Requirements</a:t>
            </a:r>
            <a:endParaRPr lang="fr-CH"/>
          </a:p>
          <a:p>
            <a:r>
              <a:rPr lang="fr-CH"/>
              <a:t>Probe architecture</a:t>
            </a:r>
          </a:p>
          <a:p>
            <a:r>
              <a:rPr lang="fr-CH"/>
              <a:t>Interface </a:t>
            </a:r>
            <a:r>
              <a:rPr lang="fr-CH" err="1"/>
              <a:t>with</a:t>
            </a:r>
            <a:r>
              <a:rPr lang="fr-CH"/>
              <a:t> the </a:t>
            </a:r>
            <a:r>
              <a:rPr lang="fr-CH" err="1"/>
              <a:t>coordinator</a:t>
            </a:r>
            <a:endParaRPr lang="fr-CH"/>
          </a:p>
          <a:p>
            <a:r>
              <a:rPr lang="fr-CH" err="1"/>
              <a:t>Capabilities</a:t>
            </a:r>
            <a:endParaRPr lang="fr-CH"/>
          </a:p>
          <a:p>
            <a:r>
              <a:rPr lang="fr-CH"/>
              <a:t>Validation</a:t>
            </a:r>
          </a:p>
          <a:p>
            <a:r>
              <a:rPr lang="fr-CH"/>
              <a:t>Conclusion</a:t>
            </a:r>
          </a:p>
          <a:p>
            <a:r>
              <a:rPr lang="fr-CH"/>
              <a:t>Future perspectives</a:t>
            </a:r>
          </a:p>
          <a:p>
            <a:pPr marL="0" indent="0">
              <a:buNone/>
            </a:pP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2848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46A32-000D-7402-9ADD-E8B6F5A6E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DE334-E17C-400B-0AD1-AC0288BD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err="1"/>
              <a:t>Context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C2BC6-B0BE-9AC0-21B7-644B824B0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sz="2400"/>
              <a:t>OT </a:t>
            </a:r>
            <a:r>
              <a:rPr lang="fr-CH" sz="2400" err="1"/>
              <a:t>environments</a:t>
            </a:r>
            <a:r>
              <a:rPr lang="fr-CH" sz="2400"/>
              <a:t> </a:t>
            </a:r>
            <a:r>
              <a:rPr lang="fr-CH" sz="2400" err="1"/>
              <a:t>play</a:t>
            </a:r>
            <a:r>
              <a:rPr lang="fr-CH" sz="2400"/>
              <a:t> a </a:t>
            </a:r>
            <a:r>
              <a:rPr lang="fr-CH" sz="2400" err="1"/>
              <a:t>critical</a:t>
            </a:r>
            <a:r>
              <a:rPr lang="fr-CH" sz="2400"/>
              <a:t> </a:t>
            </a:r>
            <a:r>
              <a:rPr lang="fr-CH" sz="2400" err="1"/>
              <a:t>role</a:t>
            </a:r>
            <a:r>
              <a:rPr lang="fr-CH" sz="2400"/>
              <a:t> in the </a:t>
            </a:r>
            <a:r>
              <a:rPr lang="fr-CH" sz="2400" err="1"/>
              <a:t>industry</a:t>
            </a:r>
            <a:r>
              <a:rPr lang="fr-CH" sz="2400"/>
              <a:t>. </a:t>
            </a:r>
            <a:br>
              <a:rPr lang="fr-CH" sz="2400"/>
            </a:br>
            <a:endParaRPr lang="fr-CH" sz="2400"/>
          </a:p>
          <a:p>
            <a:r>
              <a:rPr lang="fr-CH" sz="2400" err="1"/>
              <a:t>Numerous</a:t>
            </a:r>
            <a:r>
              <a:rPr lang="fr-CH" sz="2400"/>
              <a:t> </a:t>
            </a:r>
            <a:r>
              <a:rPr lang="fr-CH" sz="2400" err="1"/>
              <a:t>functional</a:t>
            </a:r>
            <a:r>
              <a:rPr lang="fr-CH" sz="2400"/>
              <a:t> and </a:t>
            </a:r>
            <a:r>
              <a:rPr lang="fr-CH" sz="2400" err="1"/>
              <a:t>security</a:t>
            </a:r>
            <a:r>
              <a:rPr lang="fr-CH" sz="2400"/>
              <a:t> tests</a:t>
            </a:r>
          </a:p>
          <a:p>
            <a:pPr lvl="1"/>
            <a:r>
              <a:rPr lang="fr-CH" sz="2000" err="1"/>
              <a:t>Defined</a:t>
            </a:r>
            <a:endParaRPr lang="fr-CH" sz="2000"/>
          </a:p>
          <a:p>
            <a:pPr lvl="1"/>
            <a:r>
              <a:rPr lang="fr-CH" sz="2000" err="1"/>
              <a:t>Executed</a:t>
            </a:r>
            <a:r>
              <a:rPr lang="fr-CH" sz="2000"/>
              <a:t> in a </a:t>
            </a:r>
            <a:r>
              <a:rPr lang="fr-CH" sz="2000" err="1"/>
              <a:t>repeatable</a:t>
            </a:r>
            <a:r>
              <a:rPr lang="fr-CH" sz="2000"/>
              <a:t> </a:t>
            </a:r>
            <a:r>
              <a:rPr lang="fr-CH" sz="2000" err="1"/>
              <a:t>manner</a:t>
            </a:r>
            <a:endParaRPr lang="fr-CH" sz="2000"/>
          </a:p>
          <a:p>
            <a:pPr lvl="1"/>
            <a:r>
              <a:rPr lang="fr-CH" sz="2000" err="1"/>
              <a:t>Documented</a:t>
            </a:r>
            <a:endParaRPr lang="fr-CH" sz="2000"/>
          </a:p>
          <a:p>
            <a:pPr lvl="1"/>
            <a:endParaRPr lang="fr-CH" sz="2000"/>
          </a:p>
          <a:p>
            <a:pPr lvl="1"/>
            <a:endParaRPr lang="fr-CH" sz="2000"/>
          </a:p>
          <a:p>
            <a:pPr lvl="1"/>
            <a:endParaRPr lang="fr-CH" sz="2000"/>
          </a:p>
          <a:p>
            <a:pPr lvl="1"/>
            <a:endParaRPr lang="fr-CH" sz="2000"/>
          </a:p>
          <a:p>
            <a:pPr lvl="1"/>
            <a:endParaRPr lang="fr-CH" sz="2000"/>
          </a:p>
          <a:p>
            <a:pPr lvl="1"/>
            <a:endParaRPr lang="fr-CH" sz="2000"/>
          </a:p>
          <a:p>
            <a:pPr lvl="1"/>
            <a:endParaRPr lang="fr-CH" sz="2000"/>
          </a:p>
          <a:p>
            <a:r>
              <a:rPr lang="fr-CH" sz="2400" b="1"/>
              <a:t>Solution: </a:t>
            </a:r>
            <a:r>
              <a:rPr lang="fr-CH" sz="2400"/>
              <a:t>Distributed OT Test Suite</a:t>
            </a:r>
          </a:p>
        </p:txBody>
      </p:sp>
      <p:pic>
        <p:nvPicPr>
          <p:cNvPr id="9" name="Image 8" descr="&lt;svg xmlns=&quot;http://www.w3.org/2000/svg&quot; height=&quot;24px&quot; viewBox=&quot;0 -960 960 960&quot; width=&quot;24px&quot; fill=&quot;#D6292F&quot;&gt;&lt;path d=&quot;m612-292 56-56-148-148v-184h-80v216l172 172ZM480-80q-83 0-156-31.5T197-197q-54-54-85.5-127T80-480q0-83 31.5-156T197-763q54-54 127-85.5T480-880q83 0 156 31.5T763-763q54 54 85.5 127T880-480q0 83-31.5 156T763-197q-54 54-127 85.5T480-80Zm0-400Zm0 320q133 0 226.5-93.5T800-480q0-133-93.5-226.5T480-800q-133 0-226.5 93.5T160-480q0 133 93.5 226.5T480-160Z&quot;/&gt;&lt;/svg&gt;">
            <a:extLst>
              <a:ext uri="{FF2B5EF4-FFF2-40B4-BE49-F238E27FC236}">
                <a16:creationId xmlns:a16="http://schemas.microsoft.com/office/drawing/2014/main" id="{38BFC5BD-AA36-1A1A-29E7-8C8B329A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35" y="4553576"/>
            <a:ext cx="914400" cy="914400"/>
          </a:xfrm>
          <a:prstGeom prst="rect">
            <a:avLst/>
          </a:prstGeom>
        </p:spPr>
      </p:pic>
      <p:pic>
        <p:nvPicPr>
          <p:cNvPr id="11" name="Image 10" descr="&lt;svg xmlns=&quot;http://www.w3.org/2000/svg&quot; height=&quot;24px&quot; viewBox=&quot;0 -960 960 960&quot; width=&quot;24px&quot; fill=&quot;#D6292F&quot;&gt;&lt;path d=&quot;M756-120 537-339l84-84 219 219-84 84Zm-552 0-84-84 276-276-68-68-28 28-51-51v82l-28 28-121-121 28-28h82l-50-50 142-142q20-20 43-29t47-9q24 0 47 9t43 29l-92 92 50 50-28 28 68 68 90-90q-4-11-6.5-23t-2.5-24q0-59 40.5-99.5T701-841q15 0 28.5 3t27.5 9l-99 99 72 72 99-99q7 14 9.5 27.5T841-701q0 59-40.5 99.5T701-561q-12 0-24-2t-23-7L204-120Z&quot;/&gt;&lt;/svg&gt;">
            <a:extLst>
              <a:ext uri="{FF2B5EF4-FFF2-40B4-BE49-F238E27FC236}">
                <a16:creationId xmlns:a16="http://schemas.microsoft.com/office/drawing/2014/main" id="{743358F3-51ED-BF1B-7795-54F59D01D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892" y="3482095"/>
            <a:ext cx="914400" cy="914400"/>
          </a:xfrm>
          <a:prstGeom prst="rect">
            <a:avLst/>
          </a:prstGeom>
        </p:spPr>
      </p:pic>
      <p:pic>
        <p:nvPicPr>
          <p:cNvPr id="12" name="Image 11" descr="&lt;svg xmlns=&quot;http://www.w3.org/2000/svg&quot; height=&quot;24px&quot; viewBox=&quot;0 -960 960 960&quot; width=&quot;24px&quot; fill=&quot;#D6292F&quot;&gt;&lt;path d=&quot;M204-318q-22-38-33-78t-11-82q0-134 93-228t227-94h7l-64-64 56-56 160 160-160 160-56-56 64-64h-7q-100 0-170 70.5T240-478q0 26 6 51t18 49l-60 60ZM481-40 321-200l160-160 56 56-64 64h7q100 0 170-70.5T720-482q0-26-6-51t-18-49l60-60q22 38 33 78t11 82q0 134-93 228t-227 94h-7l64 64-56 56Z&quot;/&gt;&lt;/svg&gt;">
            <a:extLst>
              <a:ext uri="{FF2B5EF4-FFF2-40B4-BE49-F238E27FC236}">
                <a16:creationId xmlns:a16="http://schemas.microsoft.com/office/drawing/2014/main" id="{449BF747-D460-7A5E-2EAF-205EAD01D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064" y="3487846"/>
            <a:ext cx="914400" cy="914400"/>
          </a:xfrm>
          <a:prstGeom prst="rect">
            <a:avLst/>
          </a:prstGeom>
        </p:spPr>
      </p:pic>
      <p:pic>
        <p:nvPicPr>
          <p:cNvPr id="13" name="Image 12" descr="&lt;svg xmlns=&quot;http://www.w3.org/2000/svg&quot; height=&quot;24px&quot; viewBox=&quot;0 -960 960 960&quot; width=&quot;24px&quot; fill=&quot;#D6292F&quot;&gt;&lt;path d=&quot;m40-120 440-760 440 760H40Zm138-80h604L480-720 178-200Zm330.5-51.5Q520-263 520-280t-11.5-28.5Q497-320 480-320t-28.5 11.5Q440-297 440-280t11.5 28.5Q463-240 480-240t28.5-11.5ZM440-360h80v-200h-80v200Zm40-100Z&quot;/&gt;&lt;/svg&gt;">
            <a:extLst>
              <a:ext uri="{FF2B5EF4-FFF2-40B4-BE49-F238E27FC236}">
                <a16:creationId xmlns:a16="http://schemas.microsoft.com/office/drawing/2014/main" id="{7F0C8A5D-0F18-998C-BC2F-3B067DEE7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352" y="4464880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C021296-74E3-7DC1-C081-1E5D50A28F86}"/>
              </a:ext>
            </a:extLst>
          </p:cNvPr>
          <p:cNvSpPr txBox="1"/>
          <p:nvPr/>
        </p:nvSpPr>
        <p:spPr>
          <a:xfrm>
            <a:off x="2696935" y="3739240"/>
            <a:ext cx="2525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/>
              <a:t>Manual intervention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8A2D344-C22F-687E-E58B-4EE17E341EC8}"/>
              </a:ext>
            </a:extLst>
          </p:cNvPr>
          <p:cNvSpPr txBox="1"/>
          <p:nvPr/>
        </p:nvSpPr>
        <p:spPr>
          <a:xfrm>
            <a:off x="2696935" y="4834953"/>
            <a:ext cx="2331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/>
              <a:t>Time </a:t>
            </a:r>
            <a:r>
              <a:rPr lang="fr-CH" sz="2000" b="1" err="1"/>
              <a:t>consumming</a:t>
            </a:r>
            <a:endParaRPr lang="fr-CH" sz="2000" b="1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07B26E0-6B1F-59E0-6789-06DB162C5A1D}"/>
              </a:ext>
            </a:extLst>
          </p:cNvPr>
          <p:cNvSpPr txBox="1"/>
          <p:nvPr/>
        </p:nvSpPr>
        <p:spPr>
          <a:xfrm>
            <a:off x="7410752" y="3720759"/>
            <a:ext cx="2684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err="1"/>
              <a:t>Difficult</a:t>
            </a:r>
            <a:r>
              <a:rPr lang="fr-CH" sz="2000" b="1"/>
              <a:t> to </a:t>
            </a:r>
            <a:r>
              <a:rPr lang="fr-CH" sz="2000" b="1" err="1"/>
              <a:t>reproduce</a:t>
            </a:r>
            <a:endParaRPr lang="fr-CH" sz="2000" b="1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B3EB373-279A-44BE-1C83-75D46E03BF94}"/>
              </a:ext>
            </a:extLst>
          </p:cNvPr>
          <p:cNvSpPr txBox="1"/>
          <p:nvPr/>
        </p:nvSpPr>
        <p:spPr>
          <a:xfrm>
            <a:off x="7410752" y="4722025"/>
            <a:ext cx="1662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/>
              <a:t>Human </a:t>
            </a:r>
            <a:r>
              <a:rPr lang="fr-CH" sz="2000" b="1" err="1"/>
              <a:t>error</a:t>
            </a:r>
            <a:endParaRPr lang="fr-CH" sz="2000" b="1"/>
          </a:p>
        </p:txBody>
      </p:sp>
    </p:spTree>
    <p:extLst>
      <p:ext uri="{BB962C8B-B14F-4D97-AF65-F5344CB8AC3E}">
        <p14:creationId xmlns:p14="http://schemas.microsoft.com/office/powerpoint/2010/main" val="254920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B52B-AA2C-BF74-2741-16ACEA43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E0A6F-9122-8052-292C-A12D651A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Objectives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9FEB6C-C610-EADB-69BA-72C99470B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Devlop</a:t>
            </a:r>
            <a:r>
              <a:rPr lang="fr-CH" dirty="0"/>
              <a:t> the probe</a:t>
            </a:r>
          </a:p>
          <a:p>
            <a:endParaRPr lang="fr-CH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2BA264A-B026-7D3D-EB35-E0A21E6F8C28}"/>
              </a:ext>
            </a:extLst>
          </p:cNvPr>
          <p:cNvSpPr txBox="1"/>
          <p:nvPr/>
        </p:nvSpPr>
        <p:spPr>
          <a:xfrm>
            <a:off x="2238106" y="2060032"/>
            <a:ext cx="332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 err="1"/>
              <a:t>Register</a:t>
            </a:r>
            <a:r>
              <a:rPr lang="fr-CH" sz="2000" b="1" dirty="0"/>
              <a:t> </a:t>
            </a:r>
            <a:r>
              <a:rPr lang="fr-CH" sz="2000" b="1" dirty="0" err="1"/>
              <a:t>with</a:t>
            </a:r>
            <a:r>
              <a:rPr lang="fr-CH" sz="2000" b="1" dirty="0"/>
              <a:t> a </a:t>
            </a:r>
            <a:r>
              <a:rPr lang="fr-CH" sz="2000" b="1" dirty="0" err="1"/>
              <a:t>coordinator</a:t>
            </a:r>
            <a:endParaRPr lang="fr-CH" sz="2000" b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C856BC2-CB49-A3A8-3BF8-0F8A46CFE263}"/>
              </a:ext>
            </a:extLst>
          </p:cNvPr>
          <p:cNvSpPr txBox="1"/>
          <p:nvPr/>
        </p:nvSpPr>
        <p:spPr>
          <a:xfrm>
            <a:off x="2238106" y="2909152"/>
            <a:ext cx="7701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 err="1"/>
              <a:t>Announce</a:t>
            </a:r>
            <a:r>
              <a:rPr lang="fr-CH" sz="2000" b="1" dirty="0"/>
              <a:t> the </a:t>
            </a:r>
            <a:r>
              <a:rPr lang="fr-CH" sz="2000" b="1" dirty="0" err="1"/>
              <a:t>list</a:t>
            </a:r>
            <a:r>
              <a:rPr lang="fr-CH" sz="2000" b="1" dirty="0"/>
              <a:t> of </a:t>
            </a:r>
            <a:r>
              <a:rPr lang="fr-CH" sz="2000" b="1" dirty="0" err="1"/>
              <a:t>its</a:t>
            </a:r>
            <a:r>
              <a:rPr lang="fr-CH" sz="2000" b="1" dirty="0"/>
              <a:t> </a:t>
            </a:r>
            <a:r>
              <a:rPr lang="fr-CH" sz="2000" b="1" dirty="0" err="1"/>
              <a:t>capabilities</a:t>
            </a:r>
            <a:r>
              <a:rPr lang="fr-CH" sz="2000" b="1" dirty="0"/>
              <a:t> and configurable </a:t>
            </a:r>
            <a:r>
              <a:rPr lang="fr-CH" sz="2000" b="1" dirty="0" err="1"/>
              <a:t>parameters</a:t>
            </a:r>
            <a:endParaRPr lang="fr-CH" sz="2000" b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18EE87E-C0A8-7B7B-A933-5D0EF3DFEAB5}"/>
              </a:ext>
            </a:extLst>
          </p:cNvPr>
          <p:cNvSpPr txBox="1"/>
          <p:nvPr/>
        </p:nvSpPr>
        <p:spPr>
          <a:xfrm>
            <a:off x="2238106" y="3758272"/>
            <a:ext cx="4369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 err="1"/>
              <a:t>Receiving</a:t>
            </a:r>
            <a:r>
              <a:rPr lang="fr-CH" sz="2000" b="1" dirty="0"/>
              <a:t> and </a:t>
            </a:r>
            <a:r>
              <a:rPr lang="fr-CH" sz="2000" b="1" dirty="0" err="1"/>
              <a:t>executing</a:t>
            </a:r>
            <a:r>
              <a:rPr lang="fr-CH" sz="2000" b="1" dirty="0"/>
              <a:t> </a:t>
            </a:r>
            <a:r>
              <a:rPr lang="fr-CH" sz="2000" b="1" dirty="0" err="1"/>
              <a:t>commands</a:t>
            </a:r>
            <a:endParaRPr lang="fr-CH" sz="2000" b="1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1FFACB3-B5B0-E51F-313B-CC4617D498BE}"/>
              </a:ext>
            </a:extLst>
          </p:cNvPr>
          <p:cNvSpPr txBox="1"/>
          <p:nvPr/>
        </p:nvSpPr>
        <p:spPr>
          <a:xfrm>
            <a:off x="2238106" y="5458455"/>
            <a:ext cx="23750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 err="1"/>
              <a:t>Maintain</a:t>
            </a:r>
            <a:r>
              <a:rPr lang="fr-CH" sz="2000" b="1" dirty="0"/>
              <a:t> local logs</a:t>
            </a:r>
          </a:p>
        </p:txBody>
      </p:sp>
      <p:pic>
        <p:nvPicPr>
          <p:cNvPr id="22" name="Image 21" descr="&lt;svg xmlns=&quot;http://www.w3.org/2000/svg&quot; height=&quot;20px&quot; viewBox=&quot;0 -960 960 960&quot; width=&quot;20px&quot; fill=&quot;#0f63bf&quot;&gt;&lt;path d=&quot;M336-240h288v-72H336v72Zm0-144h288v-72H336v72ZM263.72-96Q234-96 213-117.15T192-168v-624q0-29.7 21.15-50.85Q234.3-864 264-864h312l192 192v504q0 29.7-21.16 50.85Q725.68-96 695.96-96H263.72ZM528-624v-168H264v624h432v-456H528ZM264-792v189-189 624-624Z&quot;/&gt;&lt;/svg&gt;">
            <a:extLst>
              <a:ext uri="{FF2B5EF4-FFF2-40B4-BE49-F238E27FC236}">
                <a16:creationId xmlns:a16="http://schemas.microsoft.com/office/drawing/2014/main" id="{B1C63340-31C4-E31A-F64F-8246EE0FE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53" y="5277510"/>
            <a:ext cx="762000" cy="762000"/>
          </a:xfrm>
          <a:prstGeom prst="rect">
            <a:avLst/>
          </a:prstGeom>
        </p:spPr>
      </p:pic>
      <p:pic>
        <p:nvPicPr>
          <p:cNvPr id="26" name="Image 25" descr="&lt;svg xmlns=&quot;http://www.w3.org/2000/svg&quot; height=&quot;20px&quot; viewBox=&quot;0 -960 960 960&quot; width=&quot;20px&quot; fill=&quot;#0f63bf&quot;&gt;&lt;path d=&quot;M816-672v456q0 29.7-21.15 50.85Q773.7-144 744-144H216q-29.7 0-50.85-21.15Q144-186.3 144-216v-528q0-29.7 21.15-50.85Q186.3-816 216-816h456l144 144Zm-72 30L642-744H216v528h528v-426ZM556.5-283.5Q588-315 588-360t-31.5-76.5Q525-468 480-468t-76.5 31.5Q372-405 372-360t31.5 76.5Q435-252 480-252t76.5-31.5ZM264-552h336v-144H264v144Zm-48-77v413-528 115Z&quot;/&gt;&lt;/svg&gt;">
            <a:extLst>
              <a:ext uri="{FF2B5EF4-FFF2-40B4-BE49-F238E27FC236}">
                <a16:creationId xmlns:a16="http://schemas.microsoft.com/office/drawing/2014/main" id="{C1BB177F-EA5E-A988-120A-B16B0FA93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953" y="4428390"/>
            <a:ext cx="762000" cy="762000"/>
          </a:xfrm>
          <a:prstGeom prst="rect">
            <a:avLst/>
          </a:prstGeom>
        </p:spPr>
      </p:pic>
      <p:pic>
        <p:nvPicPr>
          <p:cNvPr id="27" name="Image 26" descr="&lt;svg xmlns=&quot;http://www.w3.org/2000/svg&quot; height=&quot;20px&quot; viewBox=&quot;0 -960 960 960&quot; width=&quot;20px&quot; fill=&quot;#0f63bf&quot;&gt;&lt;path d=&quot;M336-216v-528l408 264-408 264Zm73-265Zm-1 133 204-132-204-132v264Z&quot;/&gt;&lt;/svg&gt;">
            <a:extLst>
              <a:ext uri="{FF2B5EF4-FFF2-40B4-BE49-F238E27FC236}">
                <a16:creationId xmlns:a16="http://schemas.microsoft.com/office/drawing/2014/main" id="{DFDDF50D-D763-6A7E-67FF-65EFCBB3C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953" y="3579270"/>
            <a:ext cx="762000" cy="762000"/>
          </a:xfrm>
          <a:prstGeom prst="rect">
            <a:avLst/>
          </a:prstGeom>
        </p:spPr>
      </p:pic>
      <p:pic>
        <p:nvPicPr>
          <p:cNvPr id="28" name="Image 27" descr="&lt;svg xmlns=&quot;http://www.w3.org/2000/svg&quot; height=&quot;20px&quot; viewBox=&quot;0 -960 960 960&quot; width=&quot;20px&quot; fill=&quot;#0f63bf&quot;&gt;&lt;path d=&quot;m403-96-22-114q-23-9-44.5-21T296-259l-110 37-77-133 87-76q-2-12-3-24t-1-25q0-13 1-25t3-24l-87-76 77-133 110 37q19-16 40.5-28t44.5-21l22-114h154l22 114q23 9 44.5 21t40.5 28l110-37 77 133-87 76q2 12 3 24t1 25q0 13-1 25t-3 24l87 76-77 133-110-37q-19 16-40.5 28T579-210L557-96H403Zm59-72h36l19-99q38-7 71-26t57-48l96 32 18-30-76-67q6-17 9.5-35.5T696-480q0-20-3.5-38.5T683-554l76-67-18-30-96 32q-24-29-57-48t-71-26l-19-99h-36l-19 99q-38 7-71 26t-57 48l-96-32-18 30 76 67q-6 17-9.5 35.5T264-480q0 20 3.5 38.5T277-406l-76 67 18 30 96-32q24 29 57 48t71 26l19 99Zm18-168q60 0 102-42t42-102q0-60-42-102t-102-42q-60 0-102 42t-42 102q0 60 42 102t102 42Zm0-144Z&quot;/&gt;&lt;/svg&gt;">
            <a:extLst>
              <a:ext uri="{FF2B5EF4-FFF2-40B4-BE49-F238E27FC236}">
                <a16:creationId xmlns:a16="http://schemas.microsoft.com/office/drawing/2014/main" id="{95F6626E-5F03-6801-E06B-C2C5CDAC7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991" y="2728207"/>
            <a:ext cx="762000" cy="762000"/>
          </a:xfrm>
          <a:prstGeom prst="rect">
            <a:avLst/>
          </a:prstGeom>
        </p:spPr>
      </p:pic>
      <p:pic>
        <p:nvPicPr>
          <p:cNvPr id="29" name="Image 28" descr="&lt;svg xmlns=&quot;http://www.w3.org/2000/svg&quot; height=&quot;20px&quot; viewBox=&quot;0 -960 960 960&quot; width=&quot;20px&quot; fill=&quot;#0f63bf&quot;&gt;&lt;path d=&quot;M323-143q-74 0-126-52.5T145-322q0-35 13.5-68t38.5-58l132-132 51 51-132 132q-15 15-23.5 34.5T216-322q0 45 31 75.5t76 30.5q21 0 40-8t34-23l133-132 51 51-133 132q-25 26-57.5 39.5T323-143Zm88-217-51-51 189-189 51 51-189 189Zm220-20-51-51 133-132q15-14 22.5-33.5T743-636q0-45-30.5-76T637-743q-21 0-40 7.5T563-713L431-580l-51-51 132-133q25-26 58-39t68-13q74 0 125.5 52T815-637q0 35-13 67.5T764-512L631-380Z&quot;/&gt;&lt;/svg&gt;">
            <a:extLst>
              <a:ext uri="{FF2B5EF4-FFF2-40B4-BE49-F238E27FC236}">
                <a16:creationId xmlns:a16="http://schemas.microsoft.com/office/drawing/2014/main" id="{DF2FC135-834F-DA7A-1C0B-6652C36FEE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9953" y="1879087"/>
            <a:ext cx="762000" cy="76200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9A3F85DB-82ED-3F3F-64FE-4D5FC070F3B4}"/>
              </a:ext>
            </a:extLst>
          </p:cNvPr>
          <p:cNvSpPr txBox="1"/>
          <p:nvPr/>
        </p:nvSpPr>
        <p:spPr>
          <a:xfrm>
            <a:off x="2238106" y="4609335"/>
            <a:ext cx="4615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/>
              <a:t>Support configuration and </a:t>
            </a:r>
            <a:r>
              <a:rPr lang="fr-CH" sz="2000" b="1" dirty="0" err="1"/>
              <a:t>saves</a:t>
            </a:r>
            <a:r>
              <a:rPr lang="fr-CH" sz="2000" b="1" dirty="0"/>
              <a:t> </a:t>
            </a:r>
            <a:r>
              <a:rPr lang="fr-CH" sz="2000" b="1" dirty="0" err="1"/>
              <a:t>them</a:t>
            </a:r>
            <a:endParaRPr lang="fr-CH" sz="2000" b="1" dirty="0"/>
          </a:p>
        </p:txBody>
      </p:sp>
    </p:spTree>
    <p:extLst>
      <p:ext uri="{BB962C8B-B14F-4D97-AF65-F5344CB8AC3E}">
        <p14:creationId xmlns:p14="http://schemas.microsoft.com/office/powerpoint/2010/main" val="92399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7FF1F-5A9B-B608-5BFA-E9A9DDF8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Hardware </a:t>
            </a:r>
            <a:r>
              <a:rPr lang="fr-CH" err="1"/>
              <a:t>analysis</a:t>
            </a:r>
            <a:endParaRPr lang="fr-CH"/>
          </a:p>
        </p:txBody>
      </p:sp>
      <p:pic>
        <p:nvPicPr>
          <p:cNvPr id="12" name="Espace réservé du contenu 7">
            <a:extLst>
              <a:ext uri="{FF2B5EF4-FFF2-40B4-BE49-F238E27FC236}">
                <a16:creationId xmlns:a16="http://schemas.microsoft.com/office/drawing/2014/main" id="{84BC02EA-F700-5DAF-3A5E-8D2F61BE7D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03" b="11467"/>
          <a:stretch>
            <a:fillRect/>
          </a:stretch>
        </p:blipFill>
        <p:spPr bwMode="auto">
          <a:xfrm>
            <a:off x="481584" y="2920337"/>
            <a:ext cx="3237631" cy="24356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AECD4FD-C8A1-2D21-4106-D0CB83EBF0EF}"/>
              </a:ext>
            </a:extLst>
          </p:cNvPr>
          <p:cNvSpPr txBox="1">
            <a:spLocks/>
          </p:cNvSpPr>
          <p:nvPr/>
        </p:nvSpPr>
        <p:spPr>
          <a:xfrm>
            <a:off x="4314625" y="1556186"/>
            <a:ext cx="323770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err="1"/>
              <a:t>Odroid</a:t>
            </a:r>
            <a:r>
              <a:rPr lang="fr-CH"/>
              <a:t> H4 + </a:t>
            </a:r>
            <a:r>
              <a:rPr lang="fr-CH" err="1"/>
              <a:t>Netcard</a:t>
            </a:r>
            <a:r>
              <a:rPr lang="fr-CH"/>
              <a:t> 3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2A3C640-147B-B5D0-BD87-76AB114A31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559" y="2530843"/>
            <a:ext cx="3167178" cy="195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 14" descr="NetCard 3 for H-series">
            <a:extLst>
              <a:ext uri="{FF2B5EF4-FFF2-40B4-BE49-F238E27FC236}">
                <a16:creationId xmlns:a16="http://schemas.microsoft.com/office/drawing/2014/main" id="{8CE5FF7D-46B0-60D8-9C9E-8803A426A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559" y="4482336"/>
            <a:ext cx="3167177" cy="155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5F4C5DA-6A0A-4038-0ACD-091E42FE2DF5}"/>
              </a:ext>
            </a:extLst>
          </p:cNvPr>
          <p:cNvSpPr txBox="1">
            <a:spLocks/>
          </p:cNvSpPr>
          <p:nvPr/>
        </p:nvSpPr>
        <p:spPr>
          <a:xfrm>
            <a:off x="8568174" y="1565972"/>
            <a:ext cx="240964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Raspberry Pi 4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1807423-05B2-C9A9-D812-0BA595A01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1110" y="3018882"/>
            <a:ext cx="3023771" cy="2405223"/>
          </a:xfrm>
          <a:prstGeom prst="rect">
            <a:avLst/>
          </a:prstGeom>
        </p:spPr>
      </p:pic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F28B2EBE-319E-03F1-55E0-4585FF01F9ED}"/>
              </a:ext>
            </a:extLst>
          </p:cNvPr>
          <p:cNvSpPr txBox="1">
            <a:spLocks/>
          </p:cNvSpPr>
          <p:nvPr/>
        </p:nvSpPr>
        <p:spPr>
          <a:xfrm>
            <a:off x="1145763" y="1565972"/>
            <a:ext cx="190927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err="1"/>
              <a:t>NanoPi</a:t>
            </a:r>
            <a:r>
              <a:rPr lang="fr-CH"/>
              <a:t> R5S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2DDD339-4CA3-90FF-D3E9-D5B17FFADCC3}"/>
              </a:ext>
            </a:extLst>
          </p:cNvPr>
          <p:cNvSpPr txBox="1"/>
          <p:nvPr/>
        </p:nvSpPr>
        <p:spPr>
          <a:xfrm>
            <a:off x="481583" y="955716"/>
            <a:ext cx="10564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800" err="1">
                <a:latin typeface="Fira Sans" panose="020B0503050000020004" pitchFamily="34" charset="0"/>
              </a:rPr>
              <a:t>Requirements</a:t>
            </a:r>
            <a:r>
              <a:rPr lang="fr-CH" sz="2800">
                <a:latin typeface="Fira Sans" panose="020B0503050000020004" pitchFamily="34" charset="0"/>
              </a:rPr>
              <a:t> : 3 Ethernet ports and compatible </a:t>
            </a:r>
            <a:r>
              <a:rPr lang="fr-CH" sz="2800" err="1">
                <a:latin typeface="Fira Sans" panose="020B0503050000020004" pitchFamily="34" charset="0"/>
              </a:rPr>
              <a:t>with</a:t>
            </a:r>
            <a:r>
              <a:rPr lang="fr-CH" sz="2800">
                <a:latin typeface="Fira Sans" panose="020B0503050000020004" pitchFamily="34" charset="0"/>
              </a:rPr>
              <a:t> Linux </a:t>
            </a:r>
            <a:endParaRPr lang="fr-CH" sz="200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8FC2B91-4B10-A067-A7DF-17F8AA007764}"/>
              </a:ext>
            </a:extLst>
          </p:cNvPr>
          <p:cNvSpPr txBox="1"/>
          <p:nvPr/>
        </p:nvSpPr>
        <p:spPr>
          <a:xfrm>
            <a:off x="481584" y="5650584"/>
            <a:ext cx="47747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100"/>
              <a:t>Images sources:</a:t>
            </a:r>
          </a:p>
          <a:p>
            <a:r>
              <a:rPr lang="fr-CH" sz="1100" err="1"/>
              <a:t>NanoPi</a:t>
            </a:r>
            <a:r>
              <a:rPr lang="fr-CH" sz="1100"/>
              <a:t> R5S : </a:t>
            </a:r>
            <a:r>
              <a:rPr lang="fr-CH" sz="1100">
                <a:hlinkClick r:id="rId7"/>
              </a:rPr>
              <a:t>https://wiki.friendlyelec.com/wiki/index.php/NanoPi_R5S</a:t>
            </a:r>
            <a:endParaRPr lang="fr-CH" sz="1100"/>
          </a:p>
          <a:p>
            <a:r>
              <a:rPr lang="fr-CH" sz="1100" err="1"/>
              <a:t>Odroid</a:t>
            </a:r>
            <a:r>
              <a:rPr lang="fr-CH" sz="1100"/>
              <a:t> H4 : </a:t>
            </a:r>
            <a:r>
              <a:rPr lang="fr-CH" sz="1100">
                <a:hlinkClick r:id="rId8"/>
              </a:rPr>
              <a:t>https://www.hardkernel.com/shop/odroid-h4/</a:t>
            </a:r>
            <a:r>
              <a:rPr lang="fr-CH" sz="1100"/>
              <a:t> </a:t>
            </a:r>
          </a:p>
          <a:p>
            <a:r>
              <a:rPr lang="fr-CH" sz="1100" err="1"/>
              <a:t>Netcard</a:t>
            </a:r>
            <a:r>
              <a:rPr lang="fr-CH" sz="1100"/>
              <a:t> 3 : </a:t>
            </a:r>
            <a:r>
              <a:rPr lang="fr-CH" sz="1100">
                <a:hlinkClick r:id="rId9"/>
              </a:rPr>
              <a:t>https://www.hardkernel.com/shop/netcard3-for-h-series/</a:t>
            </a:r>
            <a:r>
              <a:rPr lang="fr-CH" sz="1100"/>
              <a:t> </a:t>
            </a:r>
          </a:p>
          <a:p>
            <a:r>
              <a:rPr lang="fr-CH" sz="1100"/>
              <a:t>Raspberry Pi 4 : Socket </a:t>
            </a:r>
            <a:r>
              <a:rPr lang="fr-CH" sz="1100" err="1"/>
              <a:t>Programming</a:t>
            </a:r>
            <a:r>
              <a:rPr lang="fr-CH" sz="1100"/>
              <a:t> </a:t>
            </a:r>
            <a:r>
              <a:rPr lang="fr-CH" sz="1100" err="1"/>
              <a:t>Lab</a:t>
            </a:r>
            <a:r>
              <a:rPr lang="fr-CH" sz="1100"/>
              <a:t> – cours de </a:t>
            </a:r>
            <a:r>
              <a:rPr lang="fr-CH" sz="1100" err="1"/>
              <a:t>CNet</a:t>
            </a:r>
            <a:endParaRPr lang="fr-CH" sz="1100"/>
          </a:p>
        </p:txBody>
      </p:sp>
    </p:spTree>
    <p:extLst>
      <p:ext uri="{BB962C8B-B14F-4D97-AF65-F5344CB8AC3E}">
        <p14:creationId xmlns:p14="http://schemas.microsoft.com/office/powerpoint/2010/main" val="275376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254A3-419A-02B8-B547-0D791B92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Dual-</a:t>
            </a:r>
            <a:r>
              <a:rPr lang="fr-CH" err="1"/>
              <a:t>environment</a:t>
            </a:r>
            <a:r>
              <a:rPr lang="fr-CH"/>
              <a:t> 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E41BED-E6CF-2CE7-0B53-AEE24977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4B3903-60E1-DA19-569D-681FDCCAE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4" t="2416" r="2455" b="4106"/>
          <a:stretch>
            <a:fillRect/>
          </a:stretch>
        </p:blipFill>
        <p:spPr>
          <a:xfrm>
            <a:off x="1530934" y="821820"/>
            <a:ext cx="8773516" cy="563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3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AECD-B211-B9BA-439B-E514CCF1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C2EDA-93A1-0D2A-4781-0160A8B4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err="1"/>
              <a:t>Requirements</a:t>
            </a:r>
            <a:endParaRPr lang="fr-CH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A5B4E8-5A1E-7DB0-32E0-6DC095360526}"/>
              </a:ext>
            </a:extLst>
          </p:cNvPr>
          <p:cNvSpPr txBox="1"/>
          <p:nvPr/>
        </p:nvSpPr>
        <p:spPr>
          <a:xfrm>
            <a:off x="481584" y="4433260"/>
            <a:ext cx="5093306" cy="1200329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fr-CH" sz="2400" b="1"/>
              <a:t>Network configuration</a:t>
            </a:r>
            <a:endParaRPr lang="fr-CH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/>
              <a:t>Bridge the </a:t>
            </a:r>
            <a:r>
              <a:rPr lang="fr-CH" sz="2400" err="1"/>
              <a:t>two</a:t>
            </a:r>
            <a:r>
              <a:rPr lang="fr-CH" sz="2400"/>
              <a:t> test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 err="1"/>
              <a:t>Static</a:t>
            </a:r>
            <a:r>
              <a:rPr lang="fr-CH" sz="2400"/>
              <a:t> and </a:t>
            </a:r>
            <a:r>
              <a:rPr lang="fr-CH" sz="2400" err="1"/>
              <a:t>dynamic</a:t>
            </a:r>
            <a:r>
              <a:rPr lang="fr-CH" sz="2400"/>
              <a:t> IP adresses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0A4551D-831C-AD1B-3542-21EDDF5868DE}"/>
              </a:ext>
            </a:extLst>
          </p:cNvPr>
          <p:cNvSpPr txBox="1"/>
          <p:nvPr/>
        </p:nvSpPr>
        <p:spPr>
          <a:xfrm>
            <a:off x="6617110" y="1224411"/>
            <a:ext cx="5093306" cy="2677656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fr-CH" sz="2400" b="1"/>
              <a:t>Dynamic </a:t>
            </a:r>
            <a:r>
              <a:rPr lang="fr-CH" sz="2400" b="1" err="1"/>
              <a:t>integration</a:t>
            </a:r>
            <a:endParaRPr lang="fr-CH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err="1"/>
              <a:t>Dynamically</a:t>
            </a:r>
            <a:r>
              <a:rPr lang="fr-CH" sz="2400"/>
              <a:t> </a:t>
            </a:r>
            <a:r>
              <a:rPr lang="fr-CH" sz="2400" err="1"/>
              <a:t>generate</a:t>
            </a:r>
            <a:r>
              <a:rPr lang="fr-CH" sz="2400"/>
              <a:t> the </a:t>
            </a:r>
            <a:r>
              <a:rPr lang="fr-CH" sz="2400" err="1"/>
              <a:t>coordinator</a:t>
            </a:r>
            <a:r>
              <a:rPr lang="fr-CH" sz="2400"/>
              <a:t> web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 err="1"/>
              <a:t>Commands</a:t>
            </a:r>
            <a:r>
              <a:rPr lang="fr-CH" sz="2400"/>
              <a:t> and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/>
              <a:t>Complete </a:t>
            </a:r>
            <a:r>
              <a:rPr lang="fr-CH" sz="2400" err="1"/>
              <a:t>definition</a:t>
            </a:r>
            <a:endParaRPr lang="fr-CH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/>
              <a:t>No </a:t>
            </a:r>
            <a:r>
              <a:rPr lang="fr-CH" sz="2400" err="1"/>
              <a:t>coordinator</a:t>
            </a:r>
            <a:r>
              <a:rPr lang="fr-CH" sz="2400"/>
              <a:t>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 err="1"/>
              <a:t>Simplify</a:t>
            </a:r>
            <a:r>
              <a:rPr lang="fr-CH" sz="2400"/>
              <a:t> </a:t>
            </a:r>
            <a:r>
              <a:rPr lang="fr-CH" sz="2400" err="1"/>
              <a:t>functionality</a:t>
            </a:r>
            <a:r>
              <a:rPr lang="fr-CH" sz="2400"/>
              <a:t> addition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38429EB-E70B-A345-6ECB-B1CF64CC0851}"/>
              </a:ext>
            </a:extLst>
          </p:cNvPr>
          <p:cNvSpPr txBox="1"/>
          <p:nvPr/>
        </p:nvSpPr>
        <p:spPr>
          <a:xfrm>
            <a:off x="481584" y="1224411"/>
            <a:ext cx="5093306" cy="2677656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fr-CH" sz="2400" b="1"/>
              <a:t>Main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 err="1"/>
              <a:t>Register</a:t>
            </a:r>
            <a:r>
              <a:rPr lang="fr-CH" sz="2400"/>
              <a:t> </a:t>
            </a:r>
            <a:r>
              <a:rPr lang="fr-CH" sz="2400" err="1"/>
              <a:t>with</a:t>
            </a:r>
            <a:r>
              <a:rPr lang="fr-CH" sz="2400"/>
              <a:t> the </a:t>
            </a:r>
            <a:r>
              <a:rPr lang="fr-CH" sz="2400" err="1"/>
              <a:t>coordinator</a:t>
            </a:r>
            <a:endParaRPr lang="fr-CH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 err="1"/>
              <a:t>Announce</a:t>
            </a:r>
            <a:r>
              <a:rPr lang="fr-CH" sz="2400"/>
              <a:t> </a:t>
            </a:r>
            <a:r>
              <a:rPr lang="fr-CH" sz="2400" err="1"/>
              <a:t>list</a:t>
            </a:r>
            <a:r>
              <a:rPr lang="fr-CH" sz="2400"/>
              <a:t> of </a:t>
            </a:r>
            <a:r>
              <a:rPr lang="fr-CH" sz="2400" err="1"/>
              <a:t>capabilities</a:t>
            </a:r>
            <a:r>
              <a:rPr lang="fr-CH" sz="2400"/>
              <a:t> and configuration </a:t>
            </a:r>
            <a:r>
              <a:rPr lang="fr-CH" sz="2400" err="1"/>
              <a:t>parameters</a:t>
            </a:r>
            <a:endParaRPr lang="fr-CH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 err="1"/>
              <a:t>Execute</a:t>
            </a:r>
            <a:r>
              <a:rPr lang="fr-CH" sz="2400"/>
              <a:t> </a:t>
            </a:r>
            <a:r>
              <a:rPr lang="fr-CH" sz="2400" err="1"/>
              <a:t>commands</a:t>
            </a:r>
            <a:endParaRPr lang="fr-CH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/>
              <a:t>Apply configuration and </a:t>
            </a:r>
            <a:r>
              <a:rPr lang="fr-CH" sz="2400" err="1"/>
              <a:t>saves</a:t>
            </a:r>
            <a:r>
              <a:rPr lang="fr-CH" sz="2400"/>
              <a:t> </a:t>
            </a:r>
            <a:r>
              <a:rPr lang="fr-CH" sz="2400" err="1"/>
              <a:t>them</a:t>
            </a:r>
            <a:endParaRPr lang="fr-CH" sz="24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C1BBF69-AD59-6F22-C3E4-88CA006B186D}"/>
              </a:ext>
            </a:extLst>
          </p:cNvPr>
          <p:cNvSpPr txBox="1"/>
          <p:nvPr/>
        </p:nvSpPr>
        <p:spPr>
          <a:xfrm>
            <a:off x="6617110" y="4433260"/>
            <a:ext cx="5093306" cy="1200329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fr-CH" sz="2400" b="1" err="1"/>
              <a:t>Environment</a:t>
            </a:r>
            <a:r>
              <a:rPr lang="fr-CH" sz="2400" b="1"/>
              <a:t>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/>
              <a:t>Broker </a:t>
            </a:r>
            <a:r>
              <a:rPr lang="fr-CH" sz="2400" err="1"/>
              <a:t>detection</a:t>
            </a:r>
            <a:endParaRPr lang="fr-CH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400"/>
              <a:t>Apply </a:t>
            </a:r>
            <a:r>
              <a:rPr lang="fr-CH" sz="2400" err="1"/>
              <a:t>required</a:t>
            </a:r>
            <a:r>
              <a:rPr lang="fr-CH" sz="2400"/>
              <a:t> configuration</a:t>
            </a:r>
          </a:p>
        </p:txBody>
      </p:sp>
    </p:spTree>
    <p:extLst>
      <p:ext uri="{BB962C8B-B14F-4D97-AF65-F5344CB8AC3E}">
        <p14:creationId xmlns:p14="http://schemas.microsoft.com/office/powerpoint/2010/main" val="56620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DA49D2-6244-AE59-C2B9-28FB6AA8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Probe 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C6FE24-FD79-1FE3-CF1E-BC10C210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7901832-50A4-45CD-6635-32E675BDC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985" y="770921"/>
            <a:ext cx="8278029" cy="574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1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8405-F54D-F06A-AE51-FD9A3BA0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B2BFF4B6-386C-7E24-DA82-00655CF2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932" y="1619373"/>
            <a:ext cx="6097068" cy="4228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BD2E6A2-7175-799B-D254-D1AB914F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Probe architecture – Main packages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AE28213-1761-CA6F-8DF8-B0B3AA0A8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78527"/>
              </p:ext>
            </p:extLst>
          </p:nvPr>
        </p:nvGraphicFramePr>
        <p:xfrm>
          <a:off x="481584" y="1719580"/>
          <a:ext cx="5748135" cy="4028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55127">
                  <a:extLst>
                    <a:ext uri="{9D8B030D-6E8A-4147-A177-3AD203B41FA5}">
                      <a16:colId xmlns:a16="http://schemas.microsoft.com/office/drawing/2014/main" val="1252986567"/>
                    </a:ext>
                  </a:extLst>
                </a:gridCol>
                <a:gridCol w="4293008">
                  <a:extLst>
                    <a:ext uri="{9D8B030D-6E8A-4147-A177-3AD203B41FA5}">
                      <a16:colId xmlns:a16="http://schemas.microsoft.com/office/drawing/2014/main" val="2161232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H" err="1"/>
                        <a:t>Pacakge</a:t>
                      </a:r>
                      <a:endParaRPr lang="fr-CH"/>
                    </a:p>
                  </a:txBody>
                  <a:tcPr>
                    <a:solidFill>
                      <a:srgbClr val="509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err="1"/>
                        <a:t>Responsability</a:t>
                      </a:r>
                      <a:endParaRPr lang="fr-CH"/>
                    </a:p>
                  </a:txBody>
                  <a:tcPr>
                    <a:solidFill>
                      <a:srgbClr val="509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41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mqttclient</a:t>
                      </a:r>
                      <a:endParaRPr lang="fr-CH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package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MQTT client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communicate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MQTT broker. </a:t>
                      </a:r>
                      <a:endParaRPr lang="fr-CH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475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endParaRPr lang="fr-CH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package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probe's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network interfaces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0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models</a:t>
                      </a:r>
                      <a:endParaRPr lang="fr-CH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package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data structures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all MQTT messages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exchanged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by the probe.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0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probe</a:t>
                      </a:r>
                      <a:endParaRPr lang="fr-CH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probe package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relies on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mqttclient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packages to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80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70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0B5A-31B7-C3E0-55DC-C25A72000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3D599B-555F-5F3D-AFBA-D6114CB2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Probe architecture – </a:t>
            </a:r>
            <a:r>
              <a:rPr lang="fr-CH" err="1"/>
              <a:t>Internal</a:t>
            </a:r>
            <a:r>
              <a:rPr lang="fr-CH"/>
              <a:t> packages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C5CED5-DA1B-43E3-34C2-2D9B9204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932" y="1576110"/>
            <a:ext cx="6097068" cy="4228854"/>
          </a:xfrm>
          <a:prstGeom prst="rect">
            <a:avLst/>
          </a:prstGeom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4BA3A43-1544-ED10-9094-0216D9C4E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578493"/>
              </p:ext>
            </p:extLst>
          </p:nvPr>
        </p:nvGraphicFramePr>
        <p:xfrm>
          <a:off x="481584" y="1628057"/>
          <a:ext cx="5783531" cy="412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782">
                  <a:extLst>
                    <a:ext uri="{9D8B030D-6E8A-4147-A177-3AD203B41FA5}">
                      <a16:colId xmlns:a16="http://schemas.microsoft.com/office/drawing/2014/main" val="3022020454"/>
                    </a:ext>
                  </a:extLst>
                </a:gridCol>
                <a:gridCol w="4333749">
                  <a:extLst>
                    <a:ext uri="{9D8B030D-6E8A-4147-A177-3AD203B41FA5}">
                      <a16:colId xmlns:a16="http://schemas.microsoft.com/office/drawing/2014/main" val="989027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H"/>
                        <a:t>Package</a:t>
                      </a:r>
                    </a:p>
                  </a:txBody>
                  <a:tcPr>
                    <a:solidFill>
                      <a:srgbClr val="509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err="1"/>
                        <a:t>Responsability</a:t>
                      </a:r>
                      <a:endParaRPr lang="fr-CH"/>
                    </a:p>
                  </a:txBody>
                  <a:tcPr>
                    <a:solidFill>
                      <a:srgbClr val="509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34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probe</a:t>
                      </a:r>
                      <a:endParaRPr lang="fr-CH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the probe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35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services</a:t>
                      </a:r>
                      <a:endParaRPr lang="fr-CH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command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supported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by the probe.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484172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fr-CH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periodic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sending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messages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report the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state of the probe.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88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capabilities</a:t>
                      </a:r>
                      <a:endParaRPr lang="fr-CH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definitions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all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supported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the probe.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981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endParaRPr lang="fr-CH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probe configuration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parameters</a:t>
                      </a:r>
                      <a:r>
                        <a:rPr lang="fr-CH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well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</a:t>
                      </a:r>
                      <a:r>
                        <a:rPr lang="fr-CH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their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800" b="1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persistence</a:t>
                      </a:r>
                      <a:r>
                        <a:rPr lang="fr-CH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a JSON configuration file.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198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3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601D-59DC-45A9-EAB2-CE1A8A16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968534-C722-B9B2-E848-294D9595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Interface </a:t>
            </a:r>
            <a:r>
              <a:rPr lang="fr-CH" err="1"/>
              <a:t>with</a:t>
            </a:r>
            <a:r>
              <a:rPr lang="fr-CH"/>
              <a:t> the </a:t>
            </a:r>
            <a:r>
              <a:rPr lang="fr-CH" err="1"/>
              <a:t>coordinator</a:t>
            </a:r>
            <a:endParaRPr lang="fr-CH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7F9B457-A2C7-86C6-CA32-A1B190916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634923"/>
              </p:ext>
            </p:extLst>
          </p:nvPr>
        </p:nvGraphicFramePr>
        <p:xfrm>
          <a:off x="481584" y="1376218"/>
          <a:ext cx="11145982" cy="3992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465613794"/>
                    </a:ext>
                  </a:extLst>
                </a:gridCol>
                <a:gridCol w="2586182">
                  <a:extLst>
                    <a:ext uri="{9D8B030D-6E8A-4147-A177-3AD203B41FA5}">
                      <a16:colId xmlns:a16="http://schemas.microsoft.com/office/drawing/2014/main" val="428828026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379389252"/>
                    </a:ext>
                  </a:extLst>
                </a:gridCol>
              </a:tblGrid>
              <a:tr h="369455">
                <a:tc>
                  <a:txBody>
                    <a:bodyPr/>
                    <a:lstStyle/>
                    <a:p>
                      <a:r>
                        <a:rPr lang="fr-CH" sz="2000"/>
                        <a:t>Topic</a:t>
                      </a:r>
                    </a:p>
                  </a:txBody>
                  <a:tcPr>
                    <a:solidFill>
                      <a:srgbClr val="509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2000"/>
                        <a:t>Direction</a:t>
                      </a:r>
                    </a:p>
                  </a:txBody>
                  <a:tcPr>
                    <a:solidFill>
                      <a:srgbClr val="509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2000" err="1"/>
                        <a:t>Prupose</a:t>
                      </a:r>
                      <a:endParaRPr lang="fr-CH" sz="2000"/>
                    </a:p>
                  </a:txBody>
                  <a:tcPr>
                    <a:solidFill>
                      <a:srgbClr val="509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027743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fr-CH" sz="2000" b="1"/>
                        <a:t>probes/</a:t>
                      </a:r>
                      <a:r>
                        <a:rPr lang="fr-CH" sz="2000" b="1" err="1"/>
                        <a:t>discover</a:t>
                      </a:r>
                      <a:endParaRPr lang="fr-CH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000" err="1"/>
                        <a:t>Coordinator</a:t>
                      </a:r>
                      <a:r>
                        <a:rPr lang="fr-CH" sz="2000"/>
                        <a:t> →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b="0" kern="1200">
                          <a:solidFill>
                            <a:schemeClr val="dk1"/>
                          </a:solidFill>
                          <a:effectLst/>
                        </a:rPr>
                        <a:t>The </a:t>
                      </a:r>
                      <a:r>
                        <a:rPr lang="fr-CH" sz="2000" b="0" kern="1200" err="1">
                          <a:solidFill>
                            <a:schemeClr val="dk1"/>
                          </a:solidFill>
                          <a:effectLst/>
                        </a:rPr>
                        <a:t>coordinator</a:t>
                      </a:r>
                      <a:r>
                        <a:rPr lang="fr-CH" sz="2000" b="0" kern="120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fr-CH" sz="2000" b="0" kern="1200" err="1">
                          <a:solidFill>
                            <a:schemeClr val="dk1"/>
                          </a:solidFill>
                          <a:effectLst/>
                        </a:rPr>
                        <a:t>ask</a:t>
                      </a:r>
                      <a:r>
                        <a:rPr lang="fr-CH" sz="2000" b="0" kern="120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fr-CH" sz="2000" b="0" kern="1200" err="1">
                          <a:solidFill>
                            <a:schemeClr val="dk1"/>
                          </a:solidFill>
                          <a:effectLst/>
                        </a:rPr>
                        <a:t>every</a:t>
                      </a:r>
                      <a:r>
                        <a:rPr lang="fr-CH" sz="2000" b="0" kern="1200">
                          <a:solidFill>
                            <a:schemeClr val="dk1"/>
                          </a:solidFill>
                          <a:effectLst/>
                        </a:rPr>
                        <a:t> probe to </a:t>
                      </a:r>
                      <a:r>
                        <a:rPr lang="fr-CH" sz="2000" b="0" kern="1200" err="1">
                          <a:solidFill>
                            <a:schemeClr val="dk1"/>
                          </a:solidFill>
                          <a:effectLst/>
                        </a:rPr>
                        <a:t>announce</a:t>
                      </a:r>
                      <a:r>
                        <a:rPr lang="fr-CH" sz="2000" b="0" kern="120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fr-CH" sz="2000" b="0" kern="1200" err="1">
                          <a:solidFill>
                            <a:schemeClr val="dk1"/>
                          </a:solidFill>
                          <a:effectLst/>
                        </a:rPr>
                        <a:t>itself</a:t>
                      </a:r>
                      <a:endParaRPr lang="fr-CH" sz="20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46441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fr-CH" sz="2000" b="1"/>
                        <a:t>probes/</a:t>
                      </a:r>
                      <a:r>
                        <a:rPr lang="fr-CH" sz="2000" b="1" err="1"/>
                        <a:t>announce</a:t>
                      </a:r>
                      <a:endParaRPr lang="fr-CH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/>
                        <a:t>Probe → </a:t>
                      </a:r>
                      <a:r>
                        <a:rPr lang="fr-CH" sz="2000" err="1"/>
                        <a:t>Coordinator</a:t>
                      </a:r>
                      <a:endParaRPr lang="fr-CH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000"/>
                        <a:t>The probe </a:t>
                      </a:r>
                      <a:r>
                        <a:rPr lang="fr-CH" sz="2000" err="1"/>
                        <a:t>announce</a:t>
                      </a:r>
                      <a:r>
                        <a:rPr lang="fr-CH" sz="2000"/>
                        <a:t> </a:t>
                      </a:r>
                      <a:r>
                        <a:rPr lang="fr-CH" sz="2000" err="1"/>
                        <a:t>is</a:t>
                      </a:r>
                      <a:r>
                        <a:rPr lang="fr-CH" sz="2000"/>
                        <a:t> </a:t>
                      </a:r>
                      <a:r>
                        <a:rPr lang="fr-CH" sz="2000" err="1"/>
                        <a:t>presence</a:t>
                      </a:r>
                      <a:endParaRPr lang="fr-CH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982573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fr-CH" sz="2000" b="1"/>
                        <a:t>probes/{</a:t>
                      </a:r>
                      <a:r>
                        <a:rPr lang="fr-CH" sz="2000" b="1" err="1"/>
                        <a:t>probe_id</a:t>
                      </a:r>
                      <a:r>
                        <a:rPr lang="fr-CH" sz="2000" b="1"/>
                        <a:t>}/</a:t>
                      </a:r>
                      <a:r>
                        <a:rPr lang="fr-CH" sz="2000" b="1" err="1"/>
                        <a:t>status</a:t>
                      </a:r>
                      <a:endParaRPr lang="fr-CH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/>
                        <a:t>Probe → </a:t>
                      </a:r>
                      <a:r>
                        <a:rPr lang="fr-CH" sz="2000" err="1"/>
                        <a:t>Coordinator</a:t>
                      </a:r>
                      <a:endParaRPr lang="fr-CH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000"/>
                        <a:t>The probe </a:t>
                      </a:r>
                      <a:r>
                        <a:rPr lang="fr-CH" sz="2000" err="1"/>
                        <a:t>send</a:t>
                      </a:r>
                      <a:r>
                        <a:rPr lang="fr-CH" sz="2000"/>
                        <a:t> </a:t>
                      </a:r>
                      <a:r>
                        <a:rPr lang="fr-CH" sz="2000" err="1"/>
                        <a:t>peridoic</a:t>
                      </a:r>
                      <a:r>
                        <a:rPr lang="fr-CH" sz="2000"/>
                        <a:t> message </a:t>
                      </a:r>
                      <a:r>
                        <a:rPr lang="fr-CH" sz="2000" err="1"/>
                        <a:t>that</a:t>
                      </a:r>
                      <a:r>
                        <a:rPr lang="fr-CH" sz="2000"/>
                        <a:t> </a:t>
                      </a:r>
                      <a:r>
                        <a:rPr lang="fr-CH" sz="2000" err="1"/>
                        <a:t>inform</a:t>
                      </a:r>
                      <a:r>
                        <a:rPr lang="fr-CH" sz="2000"/>
                        <a:t> the </a:t>
                      </a:r>
                      <a:r>
                        <a:rPr lang="fr-CH" sz="2000" err="1"/>
                        <a:t>coordinator</a:t>
                      </a:r>
                      <a:r>
                        <a:rPr lang="fr-CH" sz="2000"/>
                        <a:t> </a:t>
                      </a:r>
                      <a:r>
                        <a:rPr lang="fr-CH" sz="2000" err="1"/>
                        <a:t>that</a:t>
                      </a:r>
                      <a:r>
                        <a:rPr lang="fr-CH" sz="2000"/>
                        <a:t> the probe </a:t>
                      </a:r>
                      <a:r>
                        <a:rPr lang="fr-CH" sz="2000" err="1"/>
                        <a:t>is</a:t>
                      </a:r>
                      <a:r>
                        <a:rPr lang="fr-CH" sz="2000"/>
                        <a:t> </a:t>
                      </a:r>
                      <a:r>
                        <a:rPr lang="fr-CH" sz="2000" err="1"/>
                        <a:t>still</a:t>
                      </a:r>
                      <a:r>
                        <a:rPr lang="fr-CH" sz="2000"/>
                        <a:t> 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16565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fr-CH" sz="2000" b="1"/>
                        <a:t>probes/{</a:t>
                      </a:r>
                      <a:r>
                        <a:rPr lang="fr-CH" sz="2000" b="1" err="1"/>
                        <a:t>probe_id</a:t>
                      </a:r>
                      <a:r>
                        <a:rPr lang="fr-CH" sz="2000" b="1"/>
                        <a:t>}/control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err="1"/>
                        <a:t>Coordinator</a:t>
                      </a:r>
                      <a:r>
                        <a:rPr lang="fr-CH" sz="2000"/>
                        <a:t> →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000"/>
                        <a:t>Send a configuration </a:t>
                      </a:r>
                      <a:r>
                        <a:rPr lang="fr-CH" sz="2000" err="1"/>
                        <a:t>request</a:t>
                      </a:r>
                      <a:endParaRPr lang="fr-CH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2496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b="1"/>
                        <a:t>probes/{</a:t>
                      </a:r>
                      <a:r>
                        <a:rPr lang="fr-CH" sz="2000" b="1" err="1"/>
                        <a:t>probe_id</a:t>
                      </a:r>
                      <a:r>
                        <a:rPr lang="fr-CH" sz="2000" b="1"/>
                        <a:t>}/command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err="1"/>
                        <a:t>Coordinator</a:t>
                      </a:r>
                      <a:r>
                        <a:rPr lang="fr-CH" sz="2000"/>
                        <a:t> →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000"/>
                        <a:t>Send a command </a:t>
                      </a:r>
                      <a:r>
                        <a:rPr lang="fr-CH" sz="2000" err="1"/>
                        <a:t>request</a:t>
                      </a:r>
                      <a:endParaRPr lang="fr-CH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04498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b="1"/>
                        <a:t>probes/{</a:t>
                      </a:r>
                      <a:r>
                        <a:rPr lang="fr-CH" sz="2000" b="1" err="1"/>
                        <a:t>probe_id</a:t>
                      </a:r>
                      <a:r>
                        <a:rPr lang="fr-CH" sz="2000" b="1"/>
                        <a:t>}/</a:t>
                      </a:r>
                      <a:r>
                        <a:rPr lang="fr-CH" sz="2000" b="1" err="1"/>
                        <a:t>response</a:t>
                      </a:r>
                      <a:endParaRPr lang="fr-CH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/>
                        <a:t>Probe → </a:t>
                      </a:r>
                      <a:r>
                        <a:rPr lang="fr-CH" sz="2000" err="1"/>
                        <a:t>Coordinator</a:t>
                      </a:r>
                      <a:endParaRPr lang="fr-CH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000" err="1"/>
                        <a:t>Answer</a:t>
                      </a:r>
                      <a:r>
                        <a:rPr lang="fr-CH" sz="2000"/>
                        <a:t> a configuration </a:t>
                      </a:r>
                      <a:r>
                        <a:rPr lang="fr-CH" sz="2000" err="1"/>
                        <a:t>request</a:t>
                      </a:r>
                      <a:r>
                        <a:rPr lang="fr-CH" sz="2000"/>
                        <a:t> or  a command </a:t>
                      </a:r>
                      <a:r>
                        <a:rPr lang="fr-CH" sz="2000" err="1"/>
                        <a:t>request</a:t>
                      </a:r>
                      <a:endParaRPr lang="fr-CH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017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38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338A6-4FB9-5827-6EAA-53D24C91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err="1"/>
              <a:t>Capabilities</a:t>
            </a:r>
            <a:endParaRPr lang="fr-CH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DD66CE5E-67AC-F00F-2853-8E6133FE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sz="2600"/>
              <a:t>The probe </a:t>
            </a:r>
            <a:r>
              <a:rPr lang="fr-CH" sz="2600" err="1"/>
              <a:t>provides</a:t>
            </a:r>
            <a:r>
              <a:rPr lang="fr-CH" sz="2600"/>
              <a:t> a set of network testing </a:t>
            </a:r>
            <a:r>
              <a:rPr lang="fr-CH" sz="2600" err="1"/>
              <a:t>capabilities</a:t>
            </a:r>
            <a:r>
              <a:rPr lang="fr-CH" sz="2600"/>
              <a:t>.</a:t>
            </a:r>
          </a:p>
        </p:txBody>
      </p:sp>
      <p:graphicFrame>
        <p:nvGraphicFramePr>
          <p:cNvPr id="11" name="Espace réservé du contenu 6">
            <a:extLst>
              <a:ext uri="{FF2B5EF4-FFF2-40B4-BE49-F238E27FC236}">
                <a16:creationId xmlns:a16="http://schemas.microsoft.com/office/drawing/2014/main" id="{7A2E502B-C4EF-40A5-462E-56E02C58D7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282817"/>
              </p:ext>
            </p:extLst>
          </p:nvPr>
        </p:nvGraphicFramePr>
        <p:xfrm>
          <a:off x="481014" y="1770441"/>
          <a:ext cx="10872786" cy="3749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67960">
                  <a:extLst>
                    <a:ext uri="{9D8B030D-6E8A-4147-A177-3AD203B41FA5}">
                      <a16:colId xmlns:a16="http://schemas.microsoft.com/office/drawing/2014/main" val="3922801957"/>
                    </a:ext>
                  </a:extLst>
                </a:gridCol>
                <a:gridCol w="5295923">
                  <a:extLst>
                    <a:ext uri="{9D8B030D-6E8A-4147-A177-3AD203B41FA5}">
                      <a16:colId xmlns:a16="http://schemas.microsoft.com/office/drawing/2014/main" val="1718245912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83029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H" sz="2200"/>
                        <a:t>Capability</a:t>
                      </a:r>
                    </a:p>
                  </a:txBody>
                  <a:tcPr>
                    <a:solidFill>
                      <a:srgbClr val="509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Purpose</a:t>
                      </a:r>
                    </a:p>
                  </a:txBody>
                  <a:tcPr>
                    <a:solidFill>
                      <a:srgbClr val="509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Libraries</a:t>
                      </a:r>
                    </a:p>
                  </a:txBody>
                  <a:tcPr>
                    <a:solidFill>
                      <a:srgbClr val="509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9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 err="1"/>
                        <a:t>Verify</a:t>
                      </a:r>
                      <a:r>
                        <a:rPr lang="fr-CH" sz="2200" dirty="0"/>
                        <a:t> network </a:t>
                      </a:r>
                      <a:r>
                        <a:rPr lang="fr-CH" sz="2200" dirty="0" err="1"/>
                        <a:t>connectivity</a:t>
                      </a:r>
                      <a:endParaRPr lang="fr-CH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pro-bing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329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/>
                        <a:t>Capture the </a:t>
                      </a:r>
                      <a:r>
                        <a:rPr lang="fr-CH" sz="2200" dirty="0" err="1"/>
                        <a:t>traffic</a:t>
                      </a:r>
                      <a:r>
                        <a:rPr lang="fr-CH" sz="2200" dirty="0"/>
                        <a:t> passing </a:t>
                      </a:r>
                      <a:r>
                        <a:rPr lang="fr-CH" sz="2200" dirty="0" err="1"/>
                        <a:t>through</a:t>
                      </a:r>
                      <a:r>
                        <a:rPr lang="fr-CH" sz="2200" dirty="0"/>
                        <a:t> a network interface.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gopacket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24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Port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 err="1"/>
                        <a:t>Identify</a:t>
                      </a:r>
                      <a:r>
                        <a:rPr lang="fr-CH" sz="2200" dirty="0"/>
                        <a:t> the open 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nmap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5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/>
                        <a:t>Support </a:t>
                      </a:r>
                      <a:r>
                        <a:rPr lang="fr-CH" sz="2200" dirty="0" err="1"/>
                        <a:t>generic</a:t>
                      </a:r>
                      <a:r>
                        <a:rPr lang="fr-CH" sz="2200" dirty="0"/>
                        <a:t> HTTP </a:t>
                      </a:r>
                      <a:r>
                        <a:rPr lang="fr-CH" sz="2200" dirty="0" err="1"/>
                        <a:t>request</a:t>
                      </a:r>
                      <a:r>
                        <a:rPr lang="fr-CH" sz="2200" dirty="0"/>
                        <a:t>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net/http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6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TCP / TCP echo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/>
                        <a:t>Support </a:t>
                      </a:r>
                      <a:r>
                        <a:rPr lang="fr-CH" sz="2200" dirty="0" err="1"/>
                        <a:t>sending</a:t>
                      </a:r>
                      <a:r>
                        <a:rPr lang="fr-CH" sz="2200" dirty="0"/>
                        <a:t> </a:t>
                      </a:r>
                      <a:r>
                        <a:rPr lang="fr-CH" sz="2200" dirty="0" err="1"/>
                        <a:t>generic</a:t>
                      </a:r>
                      <a:r>
                        <a:rPr lang="fr-CH" sz="2200" dirty="0"/>
                        <a:t> TCP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81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UDP / UDP echo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Support sending generic UDP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/>
                        <a:t>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81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sz="2200" b="1"/>
                        <a:t>PCAP file sending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 err="1"/>
                        <a:t>Reproduce</a:t>
                      </a:r>
                      <a:r>
                        <a:rPr lang="fr-CH" sz="2200" dirty="0"/>
                        <a:t> </a:t>
                      </a:r>
                      <a:r>
                        <a:rPr lang="fr-CH" sz="2200" dirty="0" err="1"/>
                        <a:t>predefined</a:t>
                      </a:r>
                      <a:r>
                        <a:rPr lang="fr-CH" sz="2200" dirty="0"/>
                        <a:t> network </a:t>
                      </a:r>
                      <a:r>
                        <a:rPr lang="fr-CH" sz="2200" dirty="0" err="1"/>
                        <a:t>traffic</a:t>
                      </a:r>
                      <a:endParaRPr lang="fr-CH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2200" dirty="0" err="1"/>
                        <a:t>gopacket</a:t>
                      </a:r>
                      <a:r>
                        <a:rPr lang="fr-CH" sz="2200" dirty="0"/>
                        <a:t>/</a:t>
                      </a:r>
                      <a:r>
                        <a:rPr lang="fr-CH" sz="2200" dirty="0" err="1"/>
                        <a:t>pcap</a:t>
                      </a:r>
                      <a:endParaRPr lang="fr-CH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2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96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FC64D-42B4-D296-12D5-A5337986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Test </a:t>
            </a:r>
            <a:r>
              <a:rPr lang="fr-CH" err="1"/>
              <a:t>bench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D93394-6A42-533B-4AEE-6278300F7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4C3264-40EE-A481-8F8A-4AD124AAA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49" y="852812"/>
            <a:ext cx="10014502" cy="557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738D0D-CDE1-E6E8-FB8F-0AB7E930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Limit tests – capture command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E50A96-B439-315B-5746-FD14ED253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584" y="1106424"/>
            <a:ext cx="10872216" cy="53001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CH" sz="3400" b="1" dirty="0"/>
              <a:t>Objectif:</a:t>
            </a:r>
            <a:r>
              <a:rPr lang="fr-CH" sz="3400" dirty="0"/>
              <a:t> </a:t>
            </a:r>
            <a:r>
              <a:rPr lang="fr-CH" sz="3400" dirty="0" err="1"/>
              <a:t>Determine</a:t>
            </a:r>
            <a:r>
              <a:rPr lang="fr-CH" sz="3400" dirty="0"/>
              <a:t> the maximum PCAP size the probe can process</a:t>
            </a:r>
          </a:p>
          <a:p>
            <a:pPr marL="0" indent="0">
              <a:buNone/>
            </a:pPr>
            <a:br>
              <a:rPr lang="fr-CH" sz="2300" dirty="0"/>
            </a:br>
            <a:r>
              <a:rPr lang="fr-CH" sz="2300" dirty="0"/>
              <a:t>PCAP file → Base64 → JSON → MQTT</a:t>
            </a:r>
          </a:p>
          <a:p>
            <a:pPr marL="0" indent="0">
              <a:buNone/>
            </a:pPr>
            <a:endParaRPr lang="fr-CH" sz="2600" dirty="0"/>
          </a:p>
          <a:p>
            <a:pPr marL="0" indent="0">
              <a:buNone/>
            </a:pPr>
            <a:endParaRPr lang="fr-CH" sz="2600" dirty="0"/>
          </a:p>
          <a:p>
            <a:pPr marL="0" indent="0">
              <a:buNone/>
            </a:pPr>
            <a:endParaRPr lang="fr-CH" sz="2600" dirty="0"/>
          </a:p>
          <a:p>
            <a:pPr marL="0" indent="0">
              <a:buNone/>
            </a:pPr>
            <a:endParaRPr lang="fr-CH" sz="2600" dirty="0"/>
          </a:p>
          <a:p>
            <a:pPr marL="0" indent="0">
              <a:buNone/>
            </a:pPr>
            <a:endParaRPr lang="fr-CH" sz="2600" dirty="0"/>
          </a:p>
          <a:p>
            <a:pPr marL="0" indent="0">
              <a:buNone/>
            </a:pPr>
            <a:endParaRPr lang="fr-CH" sz="2600" dirty="0"/>
          </a:p>
          <a:p>
            <a:pPr marL="0" indent="0">
              <a:buNone/>
            </a:pPr>
            <a:br>
              <a:rPr lang="fr-CH" sz="2600" b="1" dirty="0"/>
            </a:br>
            <a:endParaRPr lang="fr-CH" sz="2600" b="1" dirty="0"/>
          </a:p>
          <a:p>
            <a:pPr marL="0" indent="0">
              <a:buNone/>
            </a:pPr>
            <a:endParaRPr lang="fr-CH" sz="2600" b="1" dirty="0"/>
          </a:p>
          <a:p>
            <a:pPr marL="0" indent="0">
              <a:buNone/>
            </a:pPr>
            <a:br>
              <a:rPr lang="fr-CH" sz="3400" b="1" dirty="0"/>
            </a:br>
            <a:r>
              <a:rPr lang="fr-CH" sz="3400" b="1" dirty="0" err="1"/>
              <a:t>Result</a:t>
            </a:r>
            <a:r>
              <a:rPr lang="fr-CH" sz="3400" b="1" dirty="0"/>
              <a:t>:</a:t>
            </a:r>
            <a:r>
              <a:rPr lang="fr-CH" sz="3400" dirty="0"/>
              <a:t> Maximum PCAP size </a:t>
            </a:r>
            <a:r>
              <a:rPr lang="fr-CH" sz="3400" b="1" dirty="0"/>
              <a:t>~325 MB</a:t>
            </a:r>
            <a:br>
              <a:rPr lang="fr-CH" sz="3400" b="1" dirty="0"/>
            </a:br>
            <a:endParaRPr lang="fr-CH" sz="3700" dirty="0"/>
          </a:p>
          <a:p>
            <a:pPr marL="0" indent="0">
              <a:buNone/>
            </a:pPr>
            <a:r>
              <a:rPr lang="fr-CH" sz="3400" dirty="0"/>
              <a:t>Limitation by MQTT protocole</a:t>
            </a:r>
          </a:p>
          <a:p>
            <a:pPr marL="0" indent="0">
              <a:buNone/>
            </a:pPr>
            <a:endParaRPr lang="fr-CH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88EDF3C-E55B-3D21-532F-603D3BEC45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32"/>
          <a:stretch>
            <a:fillRect/>
          </a:stretch>
        </p:blipFill>
        <p:spPr>
          <a:xfrm>
            <a:off x="3563321" y="2073607"/>
            <a:ext cx="5065358" cy="307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7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1297-865D-A5D1-5F09-0EABA679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9F3CC-67E8-B857-9CCF-B98B55F6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Limit tests – </a:t>
            </a:r>
            <a:r>
              <a:rPr lang="fr-CH" err="1"/>
              <a:t>parallel</a:t>
            </a:r>
            <a:r>
              <a:rPr lang="fr-CH"/>
              <a:t> command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AEB302-EC95-774D-0167-5D9F31098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584" y="1106424"/>
            <a:ext cx="10872216" cy="5553948"/>
          </a:xfrm>
        </p:spPr>
        <p:txBody>
          <a:bodyPr>
            <a:normAutofit/>
          </a:bodyPr>
          <a:lstStyle/>
          <a:p>
            <a:r>
              <a:rPr lang="fr-CH" sz="2600" err="1"/>
              <a:t>Parallel</a:t>
            </a:r>
            <a:r>
              <a:rPr lang="fr-CH" sz="2600"/>
              <a:t> </a:t>
            </a:r>
            <a:r>
              <a:rPr lang="fr-CH" sz="2600" b="1" err="1"/>
              <a:t>portscan</a:t>
            </a:r>
            <a:r>
              <a:rPr lang="fr-CH" sz="2600"/>
              <a:t> </a:t>
            </a:r>
            <a:r>
              <a:rPr lang="fr-CH" sz="2600" err="1"/>
              <a:t>commands</a:t>
            </a:r>
            <a:endParaRPr lang="fr-CH" sz="2600"/>
          </a:p>
          <a:p>
            <a:endParaRPr lang="fr-CH" sz="2600"/>
          </a:p>
          <a:p>
            <a:endParaRPr lang="fr-CH" sz="2600"/>
          </a:p>
          <a:p>
            <a:endParaRPr lang="fr-CH" sz="2600"/>
          </a:p>
          <a:p>
            <a:endParaRPr lang="fr-CH" sz="2600"/>
          </a:p>
          <a:p>
            <a:endParaRPr lang="fr-CH" sz="2600"/>
          </a:p>
          <a:p>
            <a:pPr marL="0" indent="0">
              <a:buNone/>
            </a:pPr>
            <a:br>
              <a:rPr lang="fr-CH" sz="2600"/>
            </a:br>
            <a:endParaRPr lang="fr-CH" sz="2600"/>
          </a:p>
          <a:p>
            <a:r>
              <a:rPr lang="fr-CH" sz="2600" err="1"/>
              <a:t>Parallel</a:t>
            </a:r>
            <a:r>
              <a:rPr lang="fr-CH" sz="2600"/>
              <a:t> </a:t>
            </a:r>
            <a:r>
              <a:rPr lang="fr-CH" sz="2600" b="1"/>
              <a:t>ping</a:t>
            </a:r>
            <a:r>
              <a:rPr lang="fr-CH" sz="2600"/>
              <a:t> </a:t>
            </a:r>
            <a:r>
              <a:rPr lang="fr-CH" sz="2600" err="1"/>
              <a:t>commands</a:t>
            </a:r>
          </a:p>
          <a:p>
            <a:pPr lvl="1"/>
            <a:r>
              <a:rPr lang="fr-CH" sz="2200"/>
              <a:t>With count = 100, Max = 200 </a:t>
            </a:r>
            <a:r>
              <a:rPr lang="fr-CH" sz="2200" err="1"/>
              <a:t>commands</a:t>
            </a:r>
            <a:endParaRPr lang="fr-CH" sz="2200"/>
          </a:p>
          <a:p>
            <a:pPr lvl="1"/>
            <a:r>
              <a:rPr lang="fr-CH" sz="2200"/>
              <a:t>With count = 10, Max = 250 </a:t>
            </a:r>
            <a:r>
              <a:rPr lang="fr-CH" sz="2200" err="1"/>
              <a:t>commands</a:t>
            </a:r>
            <a:endParaRPr lang="fr-CH" sz="2200"/>
          </a:p>
          <a:p>
            <a:r>
              <a:rPr lang="fr-CH" sz="2600" err="1"/>
              <a:t>Parallel</a:t>
            </a:r>
            <a:r>
              <a:rPr lang="fr-CH" sz="2600"/>
              <a:t> TCP / UDP </a:t>
            </a:r>
            <a:r>
              <a:rPr lang="fr-CH" sz="2600" err="1"/>
              <a:t>commands</a:t>
            </a:r>
            <a:endParaRPr lang="fr-CH" sz="260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D704D8-91B4-E8AD-1217-D158E4DAD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888" y="1574530"/>
            <a:ext cx="5262224" cy="320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82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200491-DBCD-56FC-399E-19931F92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4B9CC3-FCA7-64E8-42C1-140A422CD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All the </a:t>
            </a:r>
            <a:r>
              <a:rPr lang="fr-CH" err="1"/>
              <a:t>requirements</a:t>
            </a:r>
            <a:r>
              <a:rPr lang="fr-CH"/>
              <a:t> </a:t>
            </a:r>
            <a:r>
              <a:rPr lang="fr-CH" err="1"/>
              <a:t>were</a:t>
            </a:r>
            <a:r>
              <a:rPr lang="fr-CH"/>
              <a:t> </a:t>
            </a:r>
            <a:r>
              <a:rPr lang="fr-CH" err="1"/>
              <a:t>meet</a:t>
            </a:r>
            <a:endParaRPr lang="fr-CH"/>
          </a:p>
          <a:p>
            <a:pPr marL="0" indent="0">
              <a:buNone/>
            </a:pPr>
            <a:endParaRPr lang="fr-CH"/>
          </a:p>
          <a:p>
            <a:pPr marL="285750" indent="-285750"/>
            <a:r>
              <a:rPr lang="fr-CH"/>
              <a:t>Main objectives</a:t>
            </a:r>
          </a:p>
          <a:p>
            <a:pPr marL="285750" indent="-285750"/>
            <a:r>
              <a:rPr lang="fr-CH"/>
              <a:t>Network configuration</a:t>
            </a:r>
          </a:p>
          <a:p>
            <a:pPr marL="285750" indent="-285750"/>
            <a:r>
              <a:rPr lang="fr-CH"/>
              <a:t>Dynamic </a:t>
            </a:r>
            <a:r>
              <a:rPr lang="fr-CH" err="1"/>
              <a:t>integration</a:t>
            </a:r>
            <a:endParaRPr lang="fr-CH"/>
          </a:p>
          <a:p>
            <a:pPr marL="285750" indent="-285750"/>
            <a:r>
              <a:rPr lang="fr-CH" err="1"/>
              <a:t>Environment</a:t>
            </a:r>
            <a:r>
              <a:rPr lang="fr-CH"/>
              <a:t> adaptation</a:t>
            </a:r>
          </a:p>
          <a:p>
            <a:pPr marL="285750" indent="-285750"/>
            <a:endParaRPr lang="fr-CH"/>
          </a:p>
          <a:p>
            <a:pPr marL="285750" indent="-285750"/>
            <a:r>
              <a:rPr lang="fr-CH" err="1"/>
              <a:t>Valdiation</a:t>
            </a:r>
            <a:r>
              <a:rPr lang="fr-CH"/>
              <a:t> </a:t>
            </a:r>
          </a:p>
          <a:p>
            <a:pPr marL="0" indent="0">
              <a:buNone/>
            </a:pPr>
            <a:endParaRPr lang="fr-CH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1B4912-A703-D234-E1BD-E8736A620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799" y="1579418"/>
            <a:ext cx="3793001" cy="369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35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491AE-6479-889C-5F08-C0A6EB1FA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Future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25FB1E-C61E-9D83-D076-DD754F9B0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b="1"/>
              <a:t>Extended network configuration</a:t>
            </a:r>
          </a:p>
          <a:p>
            <a:pPr lvl="1"/>
            <a:r>
              <a:rPr lang="fr-CH"/>
              <a:t>Gateway for the test interfaces</a:t>
            </a:r>
          </a:p>
          <a:p>
            <a:pPr lvl="1"/>
            <a:r>
              <a:rPr lang="fr-CH"/>
              <a:t>Custom DNS for </a:t>
            </a:r>
            <a:r>
              <a:rPr lang="fr-CH" err="1"/>
              <a:t>each</a:t>
            </a:r>
            <a:r>
              <a:rPr lang="fr-CH"/>
              <a:t> interface</a:t>
            </a:r>
          </a:p>
          <a:p>
            <a:pPr lvl="1"/>
            <a:endParaRPr lang="fr-CH"/>
          </a:p>
          <a:p>
            <a:r>
              <a:rPr lang="fr-CH" b="1"/>
              <a:t>PCAP file </a:t>
            </a:r>
            <a:r>
              <a:rPr lang="fr-CH" b="1" err="1"/>
              <a:t>transfer</a:t>
            </a:r>
            <a:r>
              <a:rPr lang="fr-CH" b="1"/>
              <a:t> in multiple parts</a:t>
            </a:r>
          </a:p>
          <a:p>
            <a:pPr lvl="1"/>
            <a:r>
              <a:rPr lang="fr-CH" err="1"/>
              <a:t>Allow</a:t>
            </a:r>
            <a:r>
              <a:rPr lang="fr-CH"/>
              <a:t> </a:t>
            </a:r>
            <a:r>
              <a:rPr lang="fr-CH" err="1"/>
              <a:t>larger</a:t>
            </a:r>
            <a:r>
              <a:rPr lang="fr-CH"/>
              <a:t> captures to </a:t>
            </a:r>
            <a:r>
              <a:rPr lang="fr-CH" err="1"/>
              <a:t>be</a:t>
            </a:r>
            <a:r>
              <a:rPr lang="fr-CH"/>
              <a:t> </a:t>
            </a:r>
            <a:r>
              <a:rPr lang="fr-CH" err="1"/>
              <a:t>transferred</a:t>
            </a:r>
            <a:endParaRPr lang="fr-CH"/>
          </a:p>
          <a:p>
            <a:endParaRPr lang="fr-CH" b="1"/>
          </a:p>
          <a:p>
            <a:r>
              <a:rPr lang="fr-CH" b="1" err="1"/>
              <a:t>Additional</a:t>
            </a:r>
            <a:r>
              <a:rPr lang="fr-CH" b="1"/>
              <a:t> test </a:t>
            </a:r>
            <a:r>
              <a:rPr lang="fr-CH" b="1" err="1"/>
              <a:t>capabilities</a:t>
            </a:r>
            <a:endParaRPr lang="fr-CH" b="1"/>
          </a:p>
          <a:p>
            <a:pPr lvl="1"/>
            <a:r>
              <a:rPr lang="fr-CH"/>
              <a:t>Cover more testing scenarios</a:t>
            </a:r>
          </a:p>
          <a:p>
            <a:pPr lvl="1"/>
            <a:r>
              <a:rPr lang="fr-CH"/>
              <a:t>Probe more </a:t>
            </a:r>
            <a:r>
              <a:rPr lang="fr-CH" err="1"/>
              <a:t>complete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8541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ABE7FFC-D3E7-43BE-BBAF-C3AAE4E93413}"/>
              </a:ext>
            </a:extLst>
          </p:cNvPr>
          <p:cNvSpPr txBox="1"/>
          <p:nvPr/>
        </p:nvSpPr>
        <p:spPr>
          <a:xfrm>
            <a:off x="1724025" y="895350"/>
            <a:ext cx="874395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H" sz="4800" b="1" err="1"/>
              <a:t>Thank</a:t>
            </a:r>
            <a:r>
              <a:rPr lang="fr-CH" sz="4800" b="1"/>
              <a:t> </a:t>
            </a:r>
            <a:r>
              <a:rPr lang="fr-CH" sz="4800" b="1" err="1"/>
              <a:t>you</a:t>
            </a:r>
            <a:r>
              <a:rPr lang="fr-CH" sz="4800" b="1"/>
              <a:t> for </a:t>
            </a:r>
            <a:r>
              <a:rPr lang="fr-CH" sz="4800" b="1" err="1"/>
              <a:t>your</a:t>
            </a:r>
            <a:r>
              <a:rPr lang="fr-CH" sz="4800" b="1"/>
              <a:t> attention!</a:t>
            </a:r>
          </a:p>
          <a:p>
            <a:pPr algn="ctr"/>
            <a:r>
              <a:rPr lang="fr-CH" sz="4800" b="1"/>
              <a:t>Do </a:t>
            </a:r>
            <a:r>
              <a:rPr lang="fr-CH" sz="4800" b="1" err="1"/>
              <a:t>you</a:t>
            </a:r>
            <a:r>
              <a:rPr lang="fr-CH" sz="4800" b="1"/>
              <a:t> have </a:t>
            </a:r>
            <a:r>
              <a:rPr lang="fr-CH" sz="4800" b="1" err="1"/>
              <a:t>any</a:t>
            </a:r>
            <a:r>
              <a:rPr lang="fr-CH" sz="4800" b="1"/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val="948358745"/>
      </p:ext>
    </p:extLst>
  </p:cSld>
  <p:clrMapOvr>
    <a:masterClrMapping/>
  </p:clrMapOvr>
</p:sld>
</file>

<file path=ppt/theme/theme1.xml><?xml version="1.0" encoding="utf-8"?>
<a:theme xmlns:a="http://schemas.openxmlformats.org/drawingml/2006/main" name="SYND T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HE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4be154-39ea-4ac6-9f98-385c5ca79e1c">
      <Value>1</Value>
    </TaxCatchAll>
    <Intranet-Langue xmlns="5374682f-180d-4943-8196-75ed099b0fc8">FR</Intranet-Langue>
    <cff3b3fad7cf438ab981b15e7bb37a27 xmlns="ec4be154-39ea-4ac6-9f98-385c5ca79e1c">
      <Terms xmlns="http://schemas.microsoft.com/office/infopath/2007/PartnerControls">
        <TermInfo xmlns="http://schemas.microsoft.com/office/infopath/2007/PartnerControls">
          <TermName xmlns="http://schemas.microsoft.com/office/infopath/2007/PartnerControls">School of Engineering</TermName>
          <TermId xmlns="http://schemas.microsoft.com/office/infopath/2007/PartnerControls">0dccdd72-f1aa-4d57-a92f-d062447b11dc</TermId>
        </TermInfo>
      </Terms>
    </cff3b3fad7cf438ab981b15e7bb37a27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 HEVS" ma:contentTypeID="0x01010026ECDF353330C144AEEE8E915F7FEF0000BE20DF28D9FF9146B806F52D29BE8120" ma:contentTypeVersion="11" ma:contentTypeDescription="" ma:contentTypeScope="" ma:versionID="d8eba3e4eef215493c92d39ac6128ec9">
  <xsd:schema xmlns:xsd="http://www.w3.org/2001/XMLSchema" xmlns:xs="http://www.w3.org/2001/XMLSchema" xmlns:p="http://schemas.microsoft.com/office/2006/metadata/properties" xmlns:ns2="5374682f-180d-4943-8196-75ed099b0fc8" xmlns:ns3="ec4be154-39ea-4ac6-9f98-385c5ca79e1c" targetNamespace="http://schemas.microsoft.com/office/2006/metadata/properties" ma:root="true" ma:fieldsID="6acaf706693d2330bd96e054100f11d4" ns2:_="" ns3:_="">
    <xsd:import namespace="5374682f-180d-4943-8196-75ed099b0fc8"/>
    <xsd:import namespace="ec4be154-39ea-4ac6-9f98-385c5ca79e1c"/>
    <xsd:element name="properties">
      <xsd:complexType>
        <xsd:sequence>
          <xsd:element name="documentManagement">
            <xsd:complexType>
              <xsd:all>
                <xsd:element ref="ns2:Intranet-Langue" minOccurs="0"/>
                <xsd:element ref="ns3:TaxCatchAll" minOccurs="0"/>
                <xsd:element ref="ns3:TaxCatchAllLabel" minOccurs="0"/>
                <xsd:element ref="ns3:cff3b3fad7cf438ab981b15e7bb37a2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4682f-180d-4943-8196-75ed099b0fc8" elementFormDefault="qualified">
    <xsd:import namespace="http://schemas.microsoft.com/office/2006/documentManagement/types"/>
    <xsd:import namespace="http://schemas.microsoft.com/office/infopath/2007/PartnerControls"/>
    <xsd:element name="Intranet-Langue" ma:index="8" nillable="true" ma:displayName="Langue" ma:default="FR" ma:format="Dropdown" ma:internalName="Intranet_x002d_Langue" ma:readOnly="false">
      <xsd:simpleType>
        <xsd:restriction base="dms:Choice">
          <xsd:enumeration value="FR"/>
          <xsd:enumeration value="DE"/>
          <xsd:enumeration value="E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4be154-39ea-4ac6-9f98-385c5ca79e1c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ac078efb-e9fa-4530-a77c-835742901e6c}" ma:internalName="TaxCatchAll" ma:readOnly="false" ma:showField="CatchAllData" ma:web="ec4be154-39ea-4ac6-9f98-385c5ca79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1" nillable="true" ma:displayName="Taxonomy Catch All Column1" ma:hidden="true" ma:list="{ac078efb-e9fa-4530-a77c-835742901e6c}" ma:internalName="TaxCatchAllLabel" ma:readOnly="true" ma:showField="CatchAllDataLabel" ma:web="ec4be154-39ea-4ac6-9f98-385c5ca79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ff3b3fad7cf438ab981b15e7bb37a27" ma:index="12" nillable="true" ma:taxonomy="true" ma:internalName="cff3b3fad7cf438ab981b15e7bb37a27" ma:taxonomyFieldName="Intranet_x002d_Site" ma:displayName="Site" ma:readOnly="false" ma:fieldId="{cff3b3fa-d7cf-438a-b981-b15e7bb37a27}" ma:sspId="e5965820-1b97-4994-ad5a-2b1f2cea3fcc" ma:termSetId="44aa620f-a39c-4981-a1e6-ebe7bf3cfb44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66CB74-8DC5-490E-9365-9C61D786CE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5C745D-37E8-47F0-885E-1012A8FA8EF5}">
  <ds:schemaRefs>
    <ds:schemaRef ds:uri="5374682f-180d-4943-8196-75ed099b0fc8"/>
    <ds:schemaRef ds:uri="ec4be154-39ea-4ac6-9f98-385c5ca79e1c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AC066892-D07A-4B32-805D-1C79487F6432}">
  <ds:schemaRefs>
    <ds:schemaRef ds:uri="5374682f-180d-4943-8196-75ed099b0fc8"/>
    <ds:schemaRef ds:uri="ec4be154-39ea-4ac6-9f98-385c5ca79e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763</Words>
  <Application>Microsoft Office PowerPoint</Application>
  <PresentationFormat>Grand écran</PresentationFormat>
  <Paragraphs>211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7" baseType="lpstr">
      <vt:lpstr>Aptos</vt:lpstr>
      <vt:lpstr>Arial</vt:lpstr>
      <vt:lpstr>Arial Black</vt:lpstr>
      <vt:lpstr>Calibri</vt:lpstr>
      <vt:lpstr>Fira Sans</vt:lpstr>
      <vt:lpstr>Helvetica Light</vt:lpstr>
      <vt:lpstr>Times New Roman</vt:lpstr>
      <vt:lpstr>SYND TB</vt:lpstr>
      <vt:lpstr>HEI</vt:lpstr>
      <vt:lpstr>Probes for DOTS  (Ditributed OT Test Suite)</vt:lpstr>
      <vt:lpstr>Contents</vt:lpstr>
      <vt:lpstr>Context</vt:lpstr>
      <vt:lpstr>Objectives</vt:lpstr>
      <vt:lpstr>Hardware analysis</vt:lpstr>
      <vt:lpstr>Dual-environment system</vt:lpstr>
      <vt:lpstr>Requirements</vt:lpstr>
      <vt:lpstr>Probe architecture</vt:lpstr>
      <vt:lpstr>Probe architecture – Main packages</vt:lpstr>
      <vt:lpstr>Probe architecture – Internal packages</vt:lpstr>
      <vt:lpstr>Interface with the coordinator</vt:lpstr>
      <vt:lpstr>Capabilities</vt:lpstr>
      <vt:lpstr>Test bench</vt:lpstr>
      <vt:lpstr>Limit tests – capture command</vt:lpstr>
      <vt:lpstr>Limit tests – parallel command</vt:lpstr>
      <vt:lpstr>Conclusion</vt:lpstr>
      <vt:lpstr>Future perspectives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Bezençon Cyrille</dc:creator>
  <cp:lastModifiedBy>Gomes Costa Paulo Junior</cp:lastModifiedBy>
  <cp:revision>2</cp:revision>
  <cp:lastPrinted>2026-08-22T07:20:40Z</cp:lastPrinted>
  <dcterms:created xsi:type="dcterms:W3CDTF">2023-11-22T15:09:49Z</dcterms:created>
  <dcterms:modified xsi:type="dcterms:W3CDTF">2026-08-29T09:05:12Z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0x01010026ECDF353330C144AEEE8E915F7FEF0000BE20DF28D9FF9146B806F52D29BE8120</vt:lpwstr>
  </property>
  <property fmtid="{D5CDD505-2E9C-101B-9397-08002B2CF9AE}" pid="3" name="MediaServiceImageTags">
    <vt:lpwstr/>
  </property>
  <property fmtid="{D5CDD505-2E9C-101B-9397-08002B2CF9AE}" pid="4" name="Intranet-Site">
    <vt:lpwstr>1;#School of Engineering|0dccdd72-f1aa-4d57-a92f-d062447b11dc</vt:lpwstr>
  </property>
  <property fmtid="{D5CDD505-2E9C-101B-9397-08002B2CF9AE}" pid="5" name="Intranet_x002d_Site">
    <vt:lpwstr>1;#School of Engineering|0dccdd72-f1aa-4d57-a92f-d062447b11dc</vt:lpwstr>
  </property>
</Properties>
</file>